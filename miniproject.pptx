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7004" y="-142034"/>
            <a:ext cx="12497078" cy="11848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09372" y="2011426"/>
            <a:ext cx="14310360" cy="3625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018" y="1612089"/>
            <a:ext cx="15744825" cy="362585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dirty="0" sz="3400" spc="-290">
                <a:latin typeface="Arial Black"/>
                <a:cs typeface="Arial Black"/>
              </a:rPr>
              <a:t>MULTI-</a:t>
            </a:r>
            <a:r>
              <a:rPr dirty="0" sz="3400" spc="-275">
                <a:latin typeface="Arial Black"/>
                <a:cs typeface="Arial Black"/>
              </a:rPr>
              <a:t>VENDOR</a:t>
            </a:r>
            <a:r>
              <a:rPr dirty="0" sz="3400" spc="-300">
                <a:latin typeface="Arial Black"/>
                <a:cs typeface="Arial Black"/>
              </a:rPr>
              <a:t> </a:t>
            </a:r>
            <a:r>
              <a:rPr dirty="0" sz="3400" spc="-355">
                <a:latin typeface="Arial Black"/>
                <a:cs typeface="Arial Black"/>
              </a:rPr>
              <a:t>MARKETPLACE</a:t>
            </a:r>
            <a:endParaRPr sz="3400">
              <a:latin typeface="Arial Black"/>
              <a:cs typeface="Arial Black"/>
            </a:endParaRPr>
          </a:p>
          <a:p>
            <a:pPr algn="ctr" marL="12700" marR="5080">
              <a:lnSpc>
                <a:spcPct val="115799"/>
              </a:lnSpc>
            </a:pPr>
            <a:r>
              <a:rPr dirty="0" sz="3400" spc="-80">
                <a:latin typeface="Lucida Sans Unicode"/>
                <a:cs typeface="Lucida Sans Unicode"/>
              </a:rPr>
              <a:t>A</a:t>
            </a:r>
            <a:r>
              <a:rPr dirty="0" sz="3400" spc="-200">
                <a:latin typeface="Lucida Sans Unicode"/>
                <a:cs typeface="Lucida Sans Unicode"/>
              </a:rPr>
              <a:t> </a:t>
            </a:r>
            <a:r>
              <a:rPr dirty="0" sz="3400" spc="-160">
                <a:latin typeface="Lucida Sans Unicode"/>
                <a:cs typeface="Lucida Sans Unicode"/>
              </a:rPr>
              <a:t>Full-</a:t>
            </a:r>
            <a:r>
              <a:rPr dirty="0" sz="3400">
                <a:latin typeface="Lucida Sans Unicode"/>
                <a:cs typeface="Lucida Sans Unicode"/>
              </a:rPr>
              <a:t>Stack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 spc="80">
                <a:latin typeface="Lucida Sans Unicode"/>
                <a:cs typeface="Lucida Sans Unicode"/>
              </a:rPr>
              <a:t>Web</a:t>
            </a:r>
            <a:r>
              <a:rPr dirty="0" sz="3400" spc="-20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Application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for</a:t>
            </a:r>
            <a:r>
              <a:rPr dirty="0" sz="3400" spc="-200">
                <a:latin typeface="Lucida Sans Unicode"/>
                <a:cs typeface="Lucida Sans Unicode"/>
              </a:rPr>
              <a:t> </a:t>
            </a:r>
            <a:r>
              <a:rPr dirty="0" sz="3400" spc="-20">
                <a:latin typeface="Lucida Sans Unicode"/>
                <a:cs typeface="Lucida Sans Unicode"/>
              </a:rPr>
              <a:t>Online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 spc="65">
                <a:latin typeface="Lucida Sans Unicode"/>
                <a:cs typeface="Lucida Sans Unicode"/>
              </a:rPr>
              <a:t>Product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Management</a:t>
            </a:r>
            <a:r>
              <a:rPr dirty="0" sz="3400" spc="-200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and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Shopping </a:t>
            </a:r>
            <a:r>
              <a:rPr dirty="0" sz="3400">
                <a:latin typeface="Lucida Sans Unicode"/>
                <a:cs typeface="Lucida Sans Unicode"/>
              </a:rPr>
              <a:t>Presented</a:t>
            </a:r>
            <a:r>
              <a:rPr dirty="0" sz="3400" spc="140">
                <a:latin typeface="Lucida Sans Unicode"/>
                <a:cs typeface="Lucida Sans Unicode"/>
              </a:rPr>
              <a:t> </a:t>
            </a:r>
            <a:r>
              <a:rPr dirty="0" sz="3400" spc="80">
                <a:latin typeface="Lucida Sans Unicode"/>
                <a:cs typeface="Lucida Sans Unicode"/>
              </a:rPr>
              <a:t>By:</a:t>
            </a:r>
            <a:endParaRPr sz="3400">
              <a:latin typeface="Lucida Sans Unicode"/>
              <a:cs typeface="Lucida Sans Unicode"/>
            </a:endParaRPr>
          </a:p>
          <a:p>
            <a:pPr marL="5217160">
              <a:lnSpc>
                <a:spcPct val="100000"/>
              </a:lnSpc>
              <a:spcBef>
                <a:spcPts val="645"/>
              </a:spcBef>
            </a:pPr>
            <a:r>
              <a:rPr dirty="0" sz="3400" spc="-195">
                <a:latin typeface="Lucida Sans Unicode"/>
                <a:cs typeface="Lucida Sans Unicode"/>
              </a:rPr>
              <a:t>23AK1A3622</a:t>
            </a:r>
            <a:r>
              <a:rPr dirty="0" sz="3400" spc="-220">
                <a:latin typeface="Lucida Sans Unicode"/>
                <a:cs typeface="Lucida Sans Unicode"/>
              </a:rPr>
              <a:t> </a:t>
            </a:r>
            <a:r>
              <a:rPr dirty="0" sz="3400" spc="-690">
                <a:latin typeface="Lucida Sans Unicode"/>
                <a:cs typeface="Lucida Sans Unicode"/>
              </a:rPr>
              <a:t>-</a:t>
            </a:r>
            <a:r>
              <a:rPr dirty="0" sz="3400" spc="-220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LIKHITHA</a:t>
            </a:r>
            <a:r>
              <a:rPr dirty="0" sz="3400" spc="-220">
                <a:latin typeface="Lucida Sans Unicode"/>
                <a:cs typeface="Lucida Sans Unicode"/>
              </a:rPr>
              <a:t> </a:t>
            </a:r>
            <a:r>
              <a:rPr dirty="0" sz="3400" spc="50">
                <a:latin typeface="Lucida Sans Unicode"/>
                <a:cs typeface="Lucida Sans Unicode"/>
              </a:rPr>
              <a:t>.P</a:t>
            </a:r>
            <a:endParaRPr sz="3400">
              <a:latin typeface="Lucida Sans Unicode"/>
              <a:cs typeface="Lucida Sans Unicode"/>
            </a:endParaRPr>
          </a:p>
          <a:p>
            <a:pPr marL="5215890">
              <a:lnSpc>
                <a:spcPct val="100000"/>
              </a:lnSpc>
              <a:spcBef>
                <a:spcPts val="645"/>
              </a:spcBef>
            </a:pPr>
            <a:r>
              <a:rPr dirty="0" sz="3400" spc="-185">
                <a:latin typeface="Lucida Sans Unicode"/>
                <a:cs typeface="Lucida Sans Unicode"/>
              </a:rPr>
              <a:t>23AK1A3623</a:t>
            </a:r>
            <a:r>
              <a:rPr dirty="0" sz="3400" spc="-150">
                <a:latin typeface="Lucida Sans Unicode"/>
                <a:cs typeface="Lucida Sans Unicode"/>
              </a:rPr>
              <a:t> </a:t>
            </a:r>
            <a:r>
              <a:rPr dirty="0" sz="3400" spc="-690">
                <a:latin typeface="Lucida Sans Unicode"/>
                <a:cs typeface="Lucida Sans Unicode"/>
              </a:rPr>
              <a:t>-</a:t>
            </a:r>
            <a:r>
              <a:rPr dirty="0" sz="3400" spc="-145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MANASA</a:t>
            </a:r>
            <a:r>
              <a:rPr dirty="0" sz="3400" spc="-145">
                <a:latin typeface="Lucida Sans Unicode"/>
                <a:cs typeface="Lucida Sans Unicode"/>
              </a:rPr>
              <a:t> </a:t>
            </a:r>
            <a:r>
              <a:rPr dirty="0" sz="3400" spc="-25">
                <a:latin typeface="Lucida Sans Unicode"/>
                <a:cs typeface="Lucida Sans Unicode"/>
              </a:rPr>
              <a:t>.C</a:t>
            </a:r>
            <a:endParaRPr sz="3400">
              <a:latin typeface="Lucida Sans Unicode"/>
              <a:cs typeface="Lucida Sans Unicode"/>
            </a:endParaRPr>
          </a:p>
          <a:p>
            <a:pPr marL="5198745">
              <a:lnSpc>
                <a:spcPct val="100000"/>
              </a:lnSpc>
              <a:spcBef>
                <a:spcPts val="645"/>
              </a:spcBef>
            </a:pPr>
            <a:r>
              <a:rPr dirty="0" sz="3400" spc="-175">
                <a:latin typeface="Lucida Sans Unicode"/>
                <a:cs typeface="Lucida Sans Unicode"/>
              </a:rPr>
              <a:t>23AK1A3642</a:t>
            </a:r>
            <a:r>
              <a:rPr dirty="0" sz="3400" spc="-215">
                <a:latin typeface="Lucida Sans Unicode"/>
                <a:cs typeface="Lucida Sans Unicode"/>
              </a:rPr>
              <a:t> </a:t>
            </a:r>
            <a:r>
              <a:rPr dirty="0" sz="3400" spc="-690">
                <a:latin typeface="Lucida Sans Unicode"/>
                <a:cs typeface="Lucida Sans Unicode"/>
              </a:rPr>
              <a:t>-</a:t>
            </a:r>
            <a:r>
              <a:rPr dirty="0" sz="3400" spc="-210">
                <a:latin typeface="Lucida Sans Unicode"/>
                <a:cs typeface="Lucida Sans Unicode"/>
              </a:rPr>
              <a:t> </a:t>
            </a:r>
            <a:r>
              <a:rPr dirty="0" sz="3400" spc="135">
                <a:latin typeface="Lucida Sans Unicode"/>
                <a:cs typeface="Lucida Sans Unicode"/>
              </a:rPr>
              <a:t>TEJASWINI</a:t>
            </a:r>
            <a:r>
              <a:rPr dirty="0" sz="3400" spc="-210">
                <a:latin typeface="Lucida Sans Unicode"/>
                <a:cs typeface="Lucida Sans Unicode"/>
              </a:rPr>
              <a:t> </a:t>
            </a:r>
            <a:r>
              <a:rPr dirty="0" sz="3400" spc="-25">
                <a:latin typeface="Lucida Sans Unicode"/>
                <a:cs typeface="Lucida Sans Unicode"/>
              </a:rPr>
              <a:t>.G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28" y="387632"/>
            <a:ext cx="18181320" cy="815975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dirty="0" sz="3300" spc="-220">
                <a:latin typeface="Arial Black"/>
                <a:cs typeface="Arial Black"/>
              </a:rPr>
              <a:t>Project</a:t>
            </a:r>
            <a:r>
              <a:rPr dirty="0" sz="3300" spc="-265">
                <a:latin typeface="Arial Black"/>
                <a:cs typeface="Arial Black"/>
              </a:rPr>
              <a:t> </a:t>
            </a:r>
            <a:r>
              <a:rPr dirty="0" sz="3300" spc="-95">
                <a:latin typeface="Arial Black"/>
                <a:cs typeface="Arial Black"/>
              </a:rPr>
              <a:t>Objective:</a:t>
            </a:r>
            <a:endParaRPr sz="3300">
              <a:latin typeface="Arial Black"/>
              <a:cs typeface="Arial Black"/>
            </a:endParaRPr>
          </a:p>
          <a:p>
            <a:pPr algn="ctr" marL="12700" marR="5080">
              <a:lnSpc>
                <a:spcPct val="115500"/>
              </a:lnSpc>
            </a:pPr>
            <a:r>
              <a:rPr dirty="0" sz="3300" spc="-50">
                <a:latin typeface="Lucida Sans Unicode"/>
                <a:cs typeface="Lucida Sans Unicode"/>
              </a:rPr>
              <a:t>The</a:t>
            </a:r>
            <a:r>
              <a:rPr dirty="0" sz="3300" spc="-12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objective</a:t>
            </a:r>
            <a:r>
              <a:rPr dirty="0" sz="3300" spc="-12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of</a:t>
            </a:r>
            <a:r>
              <a:rPr dirty="0" sz="3300" spc="-12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the</a:t>
            </a:r>
            <a:r>
              <a:rPr dirty="0" sz="3300" spc="-125">
                <a:latin typeface="Lucida Sans Unicode"/>
                <a:cs typeface="Lucida Sans Unicode"/>
              </a:rPr>
              <a:t> Multi-</a:t>
            </a:r>
            <a:r>
              <a:rPr dirty="0" sz="3300" spc="-10">
                <a:latin typeface="Lucida Sans Unicode"/>
                <a:cs typeface="Lucida Sans Unicode"/>
              </a:rPr>
              <a:t>Vendor</a:t>
            </a:r>
            <a:r>
              <a:rPr dirty="0" sz="3300" spc="-12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Marketplace</a:t>
            </a:r>
            <a:r>
              <a:rPr dirty="0" sz="3300" spc="-12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project</a:t>
            </a:r>
            <a:r>
              <a:rPr dirty="0" sz="3300" spc="-120">
                <a:latin typeface="Lucida Sans Unicode"/>
                <a:cs typeface="Lucida Sans Unicode"/>
              </a:rPr>
              <a:t> </a:t>
            </a:r>
            <a:r>
              <a:rPr dirty="0" sz="3300" spc="-75">
                <a:latin typeface="Lucida Sans Unicode"/>
                <a:cs typeface="Lucida Sans Unicode"/>
              </a:rPr>
              <a:t>is</a:t>
            </a:r>
            <a:r>
              <a:rPr dirty="0" sz="3300" spc="-12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to</a:t>
            </a:r>
            <a:r>
              <a:rPr dirty="0" sz="3300" spc="-12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develop</a:t>
            </a:r>
            <a:r>
              <a:rPr dirty="0" sz="3300" spc="-12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</a:t>
            </a:r>
            <a:r>
              <a:rPr dirty="0" sz="3300" spc="-120">
                <a:latin typeface="Lucida Sans Unicode"/>
                <a:cs typeface="Lucida Sans Unicode"/>
              </a:rPr>
              <a:t> </a:t>
            </a:r>
            <a:r>
              <a:rPr dirty="0" sz="3300" spc="-140">
                <a:latin typeface="Lucida Sans Unicode"/>
                <a:cs typeface="Lucida Sans Unicode"/>
              </a:rPr>
              <a:t>web-</a:t>
            </a:r>
            <a:r>
              <a:rPr dirty="0" sz="3300">
                <a:latin typeface="Lucida Sans Unicode"/>
                <a:cs typeface="Lucida Sans Unicode"/>
              </a:rPr>
              <a:t>based</a:t>
            </a:r>
            <a:r>
              <a:rPr dirty="0" sz="3300" spc="-125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platform </a:t>
            </a:r>
            <a:r>
              <a:rPr dirty="0" sz="3300">
                <a:latin typeface="Lucida Sans Unicode"/>
                <a:cs typeface="Lucida Sans Unicode"/>
              </a:rPr>
              <a:t>that</a:t>
            </a:r>
            <a:r>
              <a:rPr dirty="0" sz="3300" spc="-18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allows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multiple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vendors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to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90">
                <a:latin typeface="Lucida Sans Unicode"/>
                <a:cs typeface="Lucida Sans Unicode"/>
              </a:rPr>
              <a:t>register,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85">
                <a:latin typeface="Lucida Sans Unicode"/>
                <a:cs typeface="Lucida Sans Unicode"/>
              </a:rPr>
              <a:t>manage,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and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sell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their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products</a:t>
            </a:r>
            <a:r>
              <a:rPr dirty="0" sz="3300" spc="-180">
                <a:latin typeface="Lucida Sans Unicode"/>
                <a:cs typeface="Lucida Sans Unicode"/>
              </a:rPr>
              <a:t> </a:t>
            </a:r>
            <a:r>
              <a:rPr dirty="0" sz="3300" spc="-20">
                <a:latin typeface="Lucida Sans Unicode"/>
                <a:cs typeface="Lucida Sans Unicode"/>
              </a:rPr>
              <a:t>online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20">
                <a:latin typeface="Lucida Sans Unicode"/>
                <a:cs typeface="Lucida Sans Unicode"/>
              </a:rPr>
              <a:t>while </a:t>
            </a:r>
            <a:r>
              <a:rPr dirty="0" sz="3300" spc="-40">
                <a:latin typeface="Lucida Sans Unicode"/>
                <a:cs typeface="Lucida Sans Unicode"/>
              </a:rPr>
              <a:t>enabling</a:t>
            </a:r>
            <a:r>
              <a:rPr dirty="0" sz="3300" spc="-17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customers</a:t>
            </a:r>
            <a:r>
              <a:rPr dirty="0" sz="3300" spc="-16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to</a:t>
            </a:r>
            <a:r>
              <a:rPr dirty="0" sz="3300" spc="-16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browse</a:t>
            </a:r>
            <a:r>
              <a:rPr dirty="0" sz="3300" spc="-170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products,</a:t>
            </a:r>
            <a:r>
              <a:rPr dirty="0" sz="3300" spc="-16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add</a:t>
            </a:r>
            <a:r>
              <a:rPr dirty="0" sz="3300" spc="-165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items</a:t>
            </a:r>
            <a:r>
              <a:rPr dirty="0" sz="3300" spc="-17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to</a:t>
            </a:r>
            <a:r>
              <a:rPr dirty="0" sz="3300" spc="-16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the</a:t>
            </a:r>
            <a:r>
              <a:rPr dirty="0" sz="3300" spc="-16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cart,</a:t>
            </a:r>
            <a:r>
              <a:rPr dirty="0" sz="3300" spc="-17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place</a:t>
            </a:r>
            <a:r>
              <a:rPr dirty="0" sz="3300" spc="-165">
                <a:latin typeface="Lucida Sans Unicode"/>
                <a:cs typeface="Lucida Sans Unicode"/>
              </a:rPr>
              <a:t> </a:t>
            </a:r>
            <a:r>
              <a:rPr dirty="0" sz="3300" spc="-35">
                <a:latin typeface="Lucida Sans Unicode"/>
                <a:cs typeface="Lucida Sans Unicode"/>
              </a:rPr>
              <a:t>orders,</a:t>
            </a:r>
            <a:r>
              <a:rPr dirty="0" sz="3300" spc="-16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and</a:t>
            </a:r>
            <a:r>
              <a:rPr dirty="0" sz="3300" spc="-170">
                <a:latin typeface="Lucida Sans Unicode"/>
                <a:cs typeface="Lucida Sans Unicode"/>
              </a:rPr>
              <a:t> </a:t>
            </a:r>
            <a:r>
              <a:rPr dirty="0" sz="3300" spc="-20">
                <a:latin typeface="Lucida Sans Unicode"/>
                <a:cs typeface="Lucida Sans Unicode"/>
              </a:rPr>
              <a:t>view </a:t>
            </a:r>
            <a:r>
              <a:rPr dirty="0" sz="3300">
                <a:latin typeface="Lucida Sans Unicode"/>
                <a:cs typeface="Lucida Sans Unicode"/>
              </a:rPr>
              <a:t>order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50">
                <a:latin typeface="Lucida Sans Unicode"/>
                <a:cs typeface="Lucida Sans Unicode"/>
              </a:rPr>
              <a:t>history.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50">
                <a:latin typeface="Lucida Sans Unicode"/>
                <a:cs typeface="Lucida Sans Unicode"/>
              </a:rPr>
              <a:t>The</a:t>
            </a:r>
            <a:r>
              <a:rPr dirty="0" sz="3300" spc="-17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system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55">
                <a:latin typeface="Lucida Sans Unicode"/>
                <a:cs typeface="Lucida Sans Unicode"/>
              </a:rPr>
              <a:t>aims</a:t>
            </a:r>
            <a:r>
              <a:rPr dirty="0" sz="3300" spc="-17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to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provide</a:t>
            </a:r>
            <a:r>
              <a:rPr dirty="0" sz="3300" spc="-17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55">
                <a:latin typeface="Lucida Sans Unicode"/>
                <a:cs typeface="Lucida Sans Unicode"/>
              </a:rPr>
              <a:t>simple,</a:t>
            </a:r>
            <a:r>
              <a:rPr dirty="0" sz="3300" spc="-17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efficient,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and</a:t>
            </a:r>
            <a:r>
              <a:rPr dirty="0" sz="3300" spc="-170">
                <a:latin typeface="Lucida Sans Unicode"/>
                <a:cs typeface="Lucida Sans Unicode"/>
              </a:rPr>
              <a:t> </a:t>
            </a:r>
            <a:r>
              <a:rPr dirty="0" sz="3300" spc="-160">
                <a:latin typeface="Lucida Sans Unicode"/>
                <a:cs typeface="Lucida Sans Unicode"/>
              </a:rPr>
              <a:t>user-</a:t>
            </a:r>
            <a:r>
              <a:rPr dirty="0" sz="3300">
                <a:latin typeface="Lucida Sans Unicode"/>
                <a:cs typeface="Lucida Sans Unicode"/>
              </a:rPr>
              <a:t>friendly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online </a:t>
            </a:r>
            <a:r>
              <a:rPr dirty="0" sz="3300">
                <a:latin typeface="Lucida Sans Unicode"/>
                <a:cs typeface="Lucida Sans Unicode"/>
              </a:rPr>
              <a:t>marketplace</a:t>
            </a:r>
            <a:r>
              <a:rPr dirty="0" sz="3300" spc="-204">
                <a:latin typeface="Lucida Sans Unicode"/>
                <a:cs typeface="Lucida Sans Unicode"/>
              </a:rPr>
              <a:t> </a:t>
            </a:r>
            <a:r>
              <a:rPr dirty="0" sz="3300" spc="-95">
                <a:latin typeface="Lucida Sans Unicode"/>
                <a:cs typeface="Lucida Sans Unicode"/>
              </a:rPr>
              <a:t>using</a:t>
            </a:r>
            <a:r>
              <a:rPr dirty="0" sz="3300" spc="-204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modern</a:t>
            </a:r>
            <a:r>
              <a:rPr dirty="0" sz="3300" spc="-204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web</a:t>
            </a:r>
            <a:r>
              <a:rPr dirty="0" sz="3300" spc="-200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technologies.</a:t>
            </a:r>
            <a:endParaRPr sz="33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dirty="0" sz="3300" spc="-170">
                <a:latin typeface="Arial Black"/>
                <a:cs typeface="Arial Black"/>
              </a:rPr>
              <a:t>Short</a:t>
            </a:r>
            <a:r>
              <a:rPr dirty="0" sz="3300" spc="-300">
                <a:latin typeface="Arial Black"/>
                <a:cs typeface="Arial Black"/>
              </a:rPr>
              <a:t> </a:t>
            </a:r>
            <a:r>
              <a:rPr dirty="0" sz="3300" spc="-95">
                <a:latin typeface="Arial Black"/>
                <a:cs typeface="Arial Black"/>
              </a:rPr>
              <a:t>Description:</a:t>
            </a:r>
            <a:endParaRPr sz="3300">
              <a:latin typeface="Arial Black"/>
              <a:cs typeface="Arial Black"/>
            </a:endParaRPr>
          </a:p>
          <a:p>
            <a:pPr algn="ctr" marL="34925" marR="27305">
              <a:lnSpc>
                <a:spcPct val="115500"/>
              </a:lnSpc>
            </a:pPr>
            <a:r>
              <a:rPr dirty="0" sz="3300" spc="-50">
                <a:latin typeface="Lucida Sans Unicode"/>
                <a:cs typeface="Lucida Sans Unicode"/>
              </a:rPr>
              <a:t>The</a:t>
            </a:r>
            <a:r>
              <a:rPr dirty="0" sz="3300" spc="-145">
                <a:latin typeface="Lucida Sans Unicode"/>
                <a:cs typeface="Lucida Sans Unicode"/>
              </a:rPr>
              <a:t> </a:t>
            </a:r>
            <a:r>
              <a:rPr dirty="0" sz="3300" spc="-125">
                <a:latin typeface="Lucida Sans Unicode"/>
                <a:cs typeface="Lucida Sans Unicode"/>
              </a:rPr>
              <a:t>Multi-</a:t>
            </a:r>
            <a:r>
              <a:rPr dirty="0" sz="3300" spc="-10">
                <a:latin typeface="Lucida Sans Unicode"/>
                <a:cs typeface="Lucida Sans Unicode"/>
              </a:rPr>
              <a:t>Vendor</a:t>
            </a:r>
            <a:r>
              <a:rPr dirty="0" sz="3300" spc="-14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Marketplace</a:t>
            </a:r>
            <a:r>
              <a:rPr dirty="0" sz="3300" spc="-145">
                <a:latin typeface="Lucida Sans Unicode"/>
                <a:cs typeface="Lucida Sans Unicode"/>
              </a:rPr>
              <a:t> </a:t>
            </a:r>
            <a:r>
              <a:rPr dirty="0" sz="3300" spc="-75">
                <a:latin typeface="Lucida Sans Unicode"/>
                <a:cs typeface="Lucida Sans Unicode"/>
              </a:rPr>
              <a:t>is</a:t>
            </a:r>
            <a:r>
              <a:rPr dirty="0" sz="3300" spc="-14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</a:t>
            </a:r>
            <a:r>
              <a:rPr dirty="0" sz="3300" spc="-145">
                <a:latin typeface="Lucida Sans Unicode"/>
                <a:cs typeface="Lucida Sans Unicode"/>
              </a:rPr>
              <a:t> full-</a:t>
            </a:r>
            <a:r>
              <a:rPr dirty="0" sz="3300" spc="-25">
                <a:latin typeface="Lucida Sans Unicode"/>
                <a:cs typeface="Lucida Sans Unicode"/>
              </a:rPr>
              <a:t>stack</a:t>
            </a:r>
            <a:r>
              <a:rPr dirty="0" sz="3300" spc="-14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web</a:t>
            </a:r>
            <a:r>
              <a:rPr dirty="0" sz="3300" spc="-14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application</a:t>
            </a:r>
            <a:r>
              <a:rPr dirty="0" sz="3300" spc="-14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developed</a:t>
            </a:r>
            <a:r>
              <a:rPr dirty="0" sz="3300" spc="-140">
                <a:latin typeface="Lucida Sans Unicode"/>
                <a:cs typeface="Lucida Sans Unicode"/>
              </a:rPr>
              <a:t> </a:t>
            </a:r>
            <a:r>
              <a:rPr dirty="0" sz="3300" spc="-95">
                <a:latin typeface="Lucida Sans Unicode"/>
                <a:cs typeface="Lucida Sans Unicode"/>
              </a:rPr>
              <a:t>using</a:t>
            </a:r>
            <a:r>
              <a:rPr dirty="0" sz="3300" spc="-145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React.js, </a:t>
            </a:r>
            <a:r>
              <a:rPr dirty="0" sz="3300" spc="-70">
                <a:latin typeface="Lucida Sans Unicode"/>
                <a:cs typeface="Lucida Sans Unicode"/>
              </a:rPr>
              <a:t>Node.js,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 spc="-85">
                <a:latin typeface="Lucida Sans Unicode"/>
                <a:cs typeface="Lucida Sans Unicode"/>
              </a:rPr>
              <a:t>Express.js,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and</a:t>
            </a:r>
            <a:r>
              <a:rPr dirty="0" sz="3300" spc="-190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MongoDB.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 spc="-50">
                <a:latin typeface="Lucida Sans Unicode"/>
                <a:cs typeface="Lucida Sans Unicode"/>
              </a:rPr>
              <a:t>The</a:t>
            </a:r>
            <a:r>
              <a:rPr dirty="0" sz="3300" spc="-19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application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provides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separate</a:t>
            </a:r>
            <a:r>
              <a:rPr dirty="0" sz="3300" spc="-190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modules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for</a:t>
            </a:r>
            <a:r>
              <a:rPr dirty="0" sz="3300" spc="-190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vendors </a:t>
            </a:r>
            <a:r>
              <a:rPr dirty="0" sz="3300">
                <a:latin typeface="Lucida Sans Unicode"/>
                <a:cs typeface="Lucida Sans Unicode"/>
              </a:rPr>
              <a:t>and</a:t>
            </a:r>
            <a:r>
              <a:rPr dirty="0" sz="3300" spc="-200">
                <a:latin typeface="Lucida Sans Unicode"/>
                <a:cs typeface="Lucida Sans Unicode"/>
              </a:rPr>
              <a:t> </a:t>
            </a:r>
            <a:r>
              <a:rPr dirty="0" sz="3300" spc="-25">
                <a:latin typeface="Lucida Sans Unicode"/>
                <a:cs typeface="Lucida Sans Unicode"/>
              </a:rPr>
              <a:t>customers.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 spc="-20">
                <a:latin typeface="Lucida Sans Unicode"/>
                <a:cs typeface="Lucida Sans Unicode"/>
              </a:rPr>
              <a:t>Vendors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can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 spc="-90">
                <a:latin typeface="Lucida Sans Unicode"/>
                <a:cs typeface="Lucida Sans Unicode"/>
              </a:rPr>
              <a:t>register,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 spc="-95">
                <a:latin typeface="Lucida Sans Unicode"/>
                <a:cs typeface="Lucida Sans Unicode"/>
              </a:rPr>
              <a:t>log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 spc="-95">
                <a:latin typeface="Lucida Sans Unicode"/>
                <a:cs typeface="Lucida Sans Unicode"/>
              </a:rPr>
              <a:t>in,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and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 spc="-60">
                <a:latin typeface="Lucida Sans Unicode"/>
                <a:cs typeface="Lucida Sans Unicode"/>
              </a:rPr>
              <a:t>manage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products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 spc="70">
                <a:latin typeface="Lucida Sans Unicode"/>
                <a:cs typeface="Lucida Sans Unicode"/>
              </a:rPr>
              <a:t>by</a:t>
            </a:r>
            <a:r>
              <a:rPr dirty="0" sz="3300" spc="-200">
                <a:latin typeface="Lucida Sans Unicode"/>
                <a:cs typeface="Lucida Sans Unicode"/>
              </a:rPr>
              <a:t> </a:t>
            </a:r>
            <a:r>
              <a:rPr dirty="0" sz="3300" spc="-70">
                <a:latin typeface="Lucida Sans Unicode"/>
                <a:cs typeface="Lucida Sans Unicode"/>
              </a:rPr>
              <a:t>adding,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 spc="-60">
                <a:latin typeface="Lucida Sans Unicode"/>
                <a:cs typeface="Lucida Sans Unicode"/>
              </a:rPr>
              <a:t>editing,</a:t>
            </a:r>
            <a:r>
              <a:rPr dirty="0" sz="3300" spc="-195">
                <a:latin typeface="Lucida Sans Unicode"/>
                <a:cs typeface="Lucida Sans Unicode"/>
              </a:rPr>
              <a:t> </a:t>
            </a:r>
            <a:r>
              <a:rPr dirty="0" sz="3300" spc="-25">
                <a:latin typeface="Lucida Sans Unicode"/>
                <a:cs typeface="Lucida Sans Unicode"/>
              </a:rPr>
              <a:t>and </a:t>
            </a:r>
            <a:r>
              <a:rPr dirty="0" sz="3300" spc="-20">
                <a:latin typeface="Lucida Sans Unicode"/>
                <a:cs typeface="Lucida Sans Unicode"/>
              </a:rPr>
              <a:t>deleting</a:t>
            </a:r>
            <a:r>
              <a:rPr dirty="0" sz="3300" spc="-180">
                <a:latin typeface="Lucida Sans Unicode"/>
                <a:cs typeface="Lucida Sans Unicode"/>
              </a:rPr>
              <a:t> </a:t>
            </a:r>
            <a:r>
              <a:rPr dirty="0" sz="3300" spc="-30">
                <a:latin typeface="Lucida Sans Unicode"/>
                <a:cs typeface="Lucida Sans Unicode"/>
              </a:rPr>
              <a:t>them.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Customers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can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90">
                <a:latin typeface="Lucida Sans Unicode"/>
                <a:cs typeface="Lucida Sans Unicode"/>
              </a:rPr>
              <a:t>register,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95">
                <a:latin typeface="Lucida Sans Unicode"/>
                <a:cs typeface="Lucida Sans Unicode"/>
              </a:rPr>
              <a:t>log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95">
                <a:latin typeface="Lucida Sans Unicode"/>
                <a:cs typeface="Lucida Sans Unicode"/>
              </a:rPr>
              <a:t>in,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browse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products,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add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products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to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the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20">
                <a:latin typeface="Lucida Sans Unicode"/>
                <a:cs typeface="Lucida Sans Unicode"/>
              </a:rPr>
              <a:t>cart, </a:t>
            </a:r>
            <a:r>
              <a:rPr dirty="0" sz="3300">
                <a:latin typeface="Lucida Sans Unicode"/>
                <a:cs typeface="Lucida Sans Unicode"/>
              </a:rPr>
              <a:t>place</a:t>
            </a:r>
            <a:r>
              <a:rPr dirty="0" sz="3300" spc="-180">
                <a:latin typeface="Lucida Sans Unicode"/>
                <a:cs typeface="Lucida Sans Unicode"/>
              </a:rPr>
              <a:t> </a:t>
            </a:r>
            <a:r>
              <a:rPr dirty="0" sz="3300" spc="-35">
                <a:latin typeface="Lucida Sans Unicode"/>
                <a:cs typeface="Lucida Sans Unicode"/>
              </a:rPr>
              <a:t>orders,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and</a:t>
            </a:r>
            <a:r>
              <a:rPr dirty="0" sz="3300" spc="-18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view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their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order</a:t>
            </a:r>
            <a:r>
              <a:rPr dirty="0" sz="3300" spc="-180">
                <a:latin typeface="Lucida Sans Unicode"/>
                <a:cs typeface="Lucida Sans Unicode"/>
              </a:rPr>
              <a:t> </a:t>
            </a:r>
            <a:r>
              <a:rPr dirty="0" sz="3300" spc="-50">
                <a:latin typeface="Lucida Sans Unicode"/>
                <a:cs typeface="Lucida Sans Unicode"/>
              </a:rPr>
              <a:t>history.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50">
                <a:latin typeface="Lucida Sans Unicode"/>
                <a:cs typeface="Lucida Sans Unicode"/>
              </a:rPr>
              <a:t>The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system</a:t>
            </a:r>
            <a:r>
              <a:rPr dirty="0" sz="3300" spc="-180">
                <a:latin typeface="Lucida Sans Unicode"/>
                <a:cs typeface="Lucida Sans Unicode"/>
              </a:rPr>
              <a:t> </a:t>
            </a:r>
            <a:r>
              <a:rPr dirty="0" sz="3300" spc="-20">
                <a:latin typeface="Lucida Sans Unicode"/>
                <a:cs typeface="Lucida Sans Unicode"/>
              </a:rPr>
              <a:t>also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includes</a:t>
            </a:r>
            <a:r>
              <a:rPr dirty="0" sz="3300" spc="-175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authentication, </a:t>
            </a:r>
            <a:r>
              <a:rPr dirty="0" sz="3300" spc="45">
                <a:latin typeface="Lucida Sans Unicode"/>
                <a:cs typeface="Lucida Sans Unicode"/>
              </a:rPr>
              <a:t>protected</a:t>
            </a:r>
            <a:r>
              <a:rPr dirty="0" sz="3300" spc="-210">
                <a:latin typeface="Lucida Sans Unicode"/>
                <a:cs typeface="Lucida Sans Unicode"/>
              </a:rPr>
              <a:t> </a:t>
            </a:r>
            <a:r>
              <a:rPr dirty="0" sz="3300" spc="-35">
                <a:latin typeface="Lucida Sans Unicode"/>
                <a:cs typeface="Lucida Sans Unicode"/>
              </a:rPr>
              <a:t>routes,</a:t>
            </a:r>
            <a:r>
              <a:rPr dirty="0" sz="3300" spc="-204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and</a:t>
            </a:r>
            <a:r>
              <a:rPr dirty="0" sz="3300" spc="-204">
                <a:latin typeface="Lucida Sans Unicode"/>
                <a:cs typeface="Lucida Sans Unicode"/>
              </a:rPr>
              <a:t> </a:t>
            </a:r>
            <a:r>
              <a:rPr dirty="0" sz="3300" spc="60">
                <a:latin typeface="Lucida Sans Unicode"/>
                <a:cs typeface="Lucida Sans Unicode"/>
              </a:rPr>
              <a:t>cart</a:t>
            </a:r>
            <a:r>
              <a:rPr dirty="0" sz="3300" spc="-210">
                <a:latin typeface="Lucida Sans Unicode"/>
                <a:cs typeface="Lucida Sans Unicode"/>
              </a:rPr>
              <a:t> </a:t>
            </a:r>
            <a:r>
              <a:rPr dirty="0" sz="3300" spc="-30">
                <a:latin typeface="Lucida Sans Unicode"/>
                <a:cs typeface="Lucida Sans Unicode"/>
              </a:rPr>
              <a:t>management</a:t>
            </a:r>
            <a:r>
              <a:rPr dirty="0" sz="3300" spc="-204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features</a:t>
            </a:r>
            <a:r>
              <a:rPr dirty="0" sz="3300" spc="-204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to</a:t>
            </a:r>
            <a:r>
              <a:rPr dirty="0" sz="3300" spc="-210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ensure</a:t>
            </a:r>
            <a:r>
              <a:rPr dirty="0" sz="3300" spc="-204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</a:t>
            </a:r>
            <a:r>
              <a:rPr dirty="0" sz="3300" spc="-204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secure</a:t>
            </a:r>
            <a:r>
              <a:rPr dirty="0" sz="3300" spc="-204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and</a:t>
            </a:r>
            <a:r>
              <a:rPr dirty="0" sz="3300" spc="-210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seamless </a:t>
            </a:r>
            <a:r>
              <a:rPr dirty="0" sz="3300" spc="-50">
                <a:latin typeface="Lucida Sans Unicode"/>
                <a:cs typeface="Lucida Sans Unicode"/>
              </a:rPr>
              <a:t>shopping</a:t>
            </a:r>
            <a:r>
              <a:rPr dirty="0" sz="3300" spc="-210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experience.</a:t>
            </a:r>
            <a:endParaRPr sz="3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76267" y="-23865"/>
            <a:ext cx="4072890" cy="55753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450" spc="-265"/>
              <a:t>Technologies</a:t>
            </a:r>
            <a:r>
              <a:rPr dirty="0" sz="3450" spc="-285"/>
              <a:t> </a:t>
            </a:r>
            <a:r>
              <a:rPr dirty="0" sz="3450" spc="-170"/>
              <a:t>Used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-13553" y="358187"/>
            <a:ext cx="11868785" cy="804545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665"/>
              </a:spcBef>
            </a:pPr>
            <a:r>
              <a:rPr dirty="0" sz="2400" spc="-135">
                <a:latin typeface="Arial Black"/>
                <a:cs typeface="Arial Black"/>
              </a:rPr>
              <a:t>Frontend</a:t>
            </a:r>
            <a:r>
              <a:rPr dirty="0" sz="2400" spc="-185">
                <a:latin typeface="Arial Black"/>
                <a:cs typeface="Arial Black"/>
              </a:rPr>
              <a:t> </a:t>
            </a:r>
            <a:r>
              <a:rPr dirty="0" sz="2400" spc="-110">
                <a:latin typeface="Arial Black"/>
                <a:cs typeface="Arial Black"/>
              </a:rPr>
              <a:t>Technologies</a:t>
            </a:r>
            <a:endParaRPr sz="2400">
              <a:latin typeface="Arial Black"/>
              <a:cs typeface="Arial Black"/>
            </a:endParaRPr>
          </a:p>
          <a:p>
            <a:pPr marL="1516380" indent="-193675">
              <a:lnSpc>
                <a:spcPct val="100000"/>
              </a:lnSpc>
              <a:spcBef>
                <a:spcPts val="570"/>
              </a:spcBef>
              <a:buChar char="•"/>
              <a:tabLst>
                <a:tab pos="1516380" algn="l"/>
              </a:tabLst>
            </a:pPr>
            <a:r>
              <a:rPr dirty="0" sz="2250" spc="-10">
                <a:latin typeface="Lucida Sans Unicode"/>
                <a:cs typeface="Lucida Sans Unicode"/>
              </a:rPr>
              <a:t>React.js</a:t>
            </a:r>
            <a:endParaRPr sz="2250">
              <a:latin typeface="Lucida Sans Unicode"/>
              <a:cs typeface="Lucida Sans Unicode"/>
            </a:endParaRPr>
          </a:p>
          <a:p>
            <a:pPr marL="1503045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1503045" algn="l"/>
              </a:tabLst>
            </a:pPr>
            <a:r>
              <a:rPr dirty="0" sz="2250" spc="-10">
                <a:latin typeface="Lucida Sans Unicode"/>
                <a:cs typeface="Lucida Sans Unicode"/>
              </a:rPr>
              <a:t>HTML5</a:t>
            </a:r>
            <a:endParaRPr sz="2250">
              <a:latin typeface="Lucida Sans Unicode"/>
              <a:cs typeface="Lucida Sans Unicode"/>
            </a:endParaRPr>
          </a:p>
          <a:p>
            <a:pPr marL="1526540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1526540" algn="l"/>
              </a:tabLst>
            </a:pPr>
            <a:r>
              <a:rPr dirty="0" sz="2250" spc="45">
                <a:latin typeface="Lucida Sans Unicode"/>
                <a:cs typeface="Lucida Sans Unicode"/>
              </a:rPr>
              <a:t>CSS3</a:t>
            </a:r>
            <a:endParaRPr sz="2250">
              <a:latin typeface="Lucida Sans Unicode"/>
              <a:cs typeface="Lucida Sans Unicode"/>
            </a:endParaRPr>
          </a:p>
          <a:p>
            <a:pPr marL="1502410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1502410" algn="l"/>
              </a:tabLst>
            </a:pPr>
            <a:r>
              <a:rPr dirty="0" sz="2250" spc="95">
                <a:latin typeface="Lucida Sans Unicode"/>
                <a:cs typeface="Lucida Sans Unicode"/>
              </a:rPr>
              <a:t>JavaScript</a:t>
            </a:r>
            <a:endParaRPr sz="2250">
              <a:latin typeface="Lucida Sans Unicode"/>
              <a:cs typeface="Lucida Sans Unicode"/>
            </a:endParaRPr>
          </a:p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dirty="0" sz="2400" spc="-185">
                <a:latin typeface="Arial Black"/>
                <a:cs typeface="Arial Black"/>
              </a:rPr>
              <a:t>Backend</a:t>
            </a:r>
            <a:r>
              <a:rPr dirty="0" sz="2400" spc="-195">
                <a:latin typeface="Arial Black"/>
                <a:cs typeface="Arial Black"/>
              </a:rPr>
              <a:t> </a:t>
            </a:r>
            <a:r>
              <a:rPr dirty="0" sz="2400" spc="-95">
                <a:latin typeface="Arial Black"/>
                <a:cs typeface="Arial Black"/>
              </a:rPr>
              <a:t>Technologies</a:t>
            </a:r>
            <a:endParaRPr sz="2400">
              <a:latin typeface="Arial Black"/>
              <a:cs typeface="Arial Black"/>
            </a:endParaRPr>
          </a:p>
          <a:p>
            <a:pPr marL="1379855" indent="-189230">
              <a:lnSpc>
                <a:spcPct val="100000"/>
              </a:lnSpc>
              <a:spcBef>
                <a:spcPts val="470"/>
              </a:spcBef>
              <a:buChar char="•"/>
              <a:tabLst>
                <a:tab pos="1379855" algn="l"/>
              </a:tabLst>
            </a:pPr>
            <a:r>
              <a:rPr dirty="0" sz="2200" spc="-10">
                <a:latin typeface="Lucida Sans Unicode"/>
                <a:cs typeface="Lucida Sans Unicode"/>
              </a:rPr>
              <a:t>Node.js</a:t>
            </a:r>
            <a:endParaRPr sz="2200">
              <a:latin typeface="Lucida Sans Unicode"/>
              <a:cs typeface="Lucida Sans Unicode"/>
            </a:endParaRPr>
          </a:p>
          <a:p>
            <a:pPr marL="1428115" indent="-189230">
              <a:lnSpc>
                <a:spcPts val="2595"/>
              </a:lnSpc>
              <a:spcBef>
                <a:spcPts val="434"/>
              </a:spcBef>
              <a:buChar char="•"/>
              <a:tabLst>
                <a:tab pos="1428115" algn="l"/>
              </a:tabLst>
            </a:pPr>
            <a:r>
              <a:rPr dirty="0" sz="2200" spc="-10">
                <a:latin typeface="Lucida Sans Unicode"/>
                <a:cs typeface="Lucida Sans Unicode"/>
              </a:rPr>
              <a:t>Express.js</a:t>
            </a:r>
            <a:endParaRPr sz="2200">
              <a:latin typeface="Lucida Sans Unicode"/>
              <a:cs typeface="Lucida Sans Unicode"/>
            </a:endParaRPr>
          </a:p>
          <a:p>
            <a:pPr marL="120650">
              <a:lnSpc>
                <a:spcPts val="3015"/>
              </a:lnSpc>
            </a:pPr>
            <a:r>
              <a:rPr dirty="0" sz="2550" spc="-75">
                <a:latin typeface="Arial Black"/>
                <a:cs typeface="Arial Black"/>
              </a:rPr>
              <a:t>Database</a:t>
            </a:r>
            <a:endParaRPr sz="2550">
              <a:latin typeface="Arial Black"/>
              <a:cs typeface="Arial Black"/>
            </a:endParaRPr>
          </a:p>
          <a:p>
            <a:pPr marL="1359535" indent="-180975">
              <a:lnSpc>
                <a:spcPct val="100000"/>
              </a:lnSpc>
              <a:spcBef>
                <a:spcPts val="390"/>
              </a:spcBef>
              <a:buChar char="•"/>
              <a:tabLst>
                <a:tab pos="1359535" algn="l"/>
              </a:tabLst>
            </a:pPr>
            <a:r>
              <a:rPr dirty="0" sz="2100" spc="-10">
                <a:latin typeface="Lucida Sans Unicode"/>
                <a:cs typeface="Lucida Sans Unicode"/>
              </a:rPr>
              <a:t>MongoDB</a:t>
            </a:r>
            <a:endParaRPr sz="2100">
              <a:latin typeface="Lucida Sans Unicode"/>
              <a:cs typeface="Lucida Sans Unicode"/>
            </a:endParaRPr>
          </a:p>
          <a:p>
            <a:pPr marL="1363345" indent="-180975">
              <a:lnSpc>
                <a:spcPct val="100000"/>
              </a:lnSpc>
              <a:spcBef>
                <a:spcPts val="405"/>
              </a:spcBef>
              <a:buChar char="•"/>
              <a:tabLst>
                <a:tab pos="1363345" algn="l"/>
              </a:tabLst>
            </a:pPr>
            <a:r>
              <a:rPr dirty="0" sz="2100">
                <a:latin typeface="Lucida Sans Unicode"/>
                <a:cs typeface="Lucida Sans Unicode"/>
              </a:rPr>
              <a:t>MongoDB</a:t>
            </a:r>
            <a:r>
              <a:rPr dirty="0" sz="2100" spc="35">
                <a:latin typeface="Lucida Sans Unicode"/>
                <a:cs typeface="Lucida Sans Unicode"/>
              </a:rPr>
              <a:t> </a:t>
            </a:r>
            <a:r>
              <a:rPr dirty="0" sz="2100" spc="-20">
                <a:latin typeface="Lucida Sans Unicode"/>
                <a:cs typeface="Lucida Sans Unicode"/>
              </a:rPr>
              <a:t>Atlas</a:t>
            </a:r>
            <a:endParaRPr sz="2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2550" spc="-125">
                <a:latin typeface="Arial Black"/>
                <a:cs typeface="Arial Black"/>
              </a:rPr>
              <a:t>Development</a:t>
            </a:r>
            <a:r>
              <a:rPr dirty="0" sz="2550" spc="-150">
                <a:latin typeface="Arial Black"/>
                <a:cs typeface="Arial Black"/>
              </a:rPr>
              <a:t> </a:t>
            </a:r>
            <a:r>
              <a:rPr dirty="0" sz="2550" spc="-10">
                <a:latin typeface="Arial Black"/>
                <a:cs typeface="Arial Black"/>
              </a:rPr>
              <a:t>Tools</a:t>
            </a:r>
            <a:endParaRPr sz="2550">
              <a:latin typeface="Arial Black"/>
              <a:cs typeface="Arial Black"/>
            </a:endParaRPr>
          </a:p>
          <a:p>
            <a:pPr lvl="1" marL="1437005" indent="-196850">
              <a:lnSpc>
                <a:spcPct val="100000"/>
              </a:lnSpc>
              <a:spcBef>
                <a:spcPts val="370"/>
              </a:spcBef>
              <a:buChar char="•"/>
              <a:tabLst>
                <a:tab pos="1437005" algn="l"/>
              </a:tabLst>
            </a:pPr>
            <a:r>
              <a:rPr dirty="0" sz="2300" spc="-30">
                <a:latin typeface="Lucida Sans Unicode"/>
                <a:cs typeface="Lucida Sans Unicode"/>
              </a:rPr>
              <a:t>Visual</a:t>
            </a:r>
            <a:r>
              <a:rPr dirty="0" sz="2300" spc="-75">
                <a:latin typeface="Lucida Sans Unicode"/>
                <a:cs typeface="Lucida Sans Unicode"/>
              </a:rPr>
              <a:t> </a:t>
            </a:r>
            <a:r>
              <a:rPr dirty="0" sz="2300">
                <a:latin typeface="Lucida Sans Unicode"/>
                <a:cs typeface="Lucida Sans Unicode"/>
              </a:rPr>
              <a:t>Studio</a:t>
            </a:r>
            <a:r>
              <a:rPr dirty="0" sz="2300" spc="-75">
                <a:latin typeface="Lucida Sans Unicode"/>
                <a:cs typeface="Lucida Sans Unicode"/>
              </a:rPr>
              <a:t> </a:t>
            </a:r>
            <a:r>
              <a:rPr dirty="0" sz="2300" spc="-20">
                <a:latin typeface="Lucida Sans Unicode"/>
                <a:cs typeface="Lucida Sans Unicode"/>
              </a:rPr>
              <a:t>Code</a:t>
            </a:r>
            <a:endParaRPr sz="2300">
              <a:latin typeface="Lucida Sans Unicode"/>
              <a:cs typeface="Lucida Sans Unicode"/>
            </a:endParaRPr>
          </a:p>
          <a:p>
            <a:pPr lvl="1" marL="1443990" indent="-196850">
              <a:lnSpc>
                <a:spcPct val="100000"/>
              </a:lnSpc>
              <a:spcBef>
                <a:spcPts val="415"/>
              </a:spcBef>
              <a:buChar char="•"/>
              <a:tabLst>
                <a:tab pos="1443990" algn="l"/>
              </a:tabLst>
            </a:pPr>
            <a:r>
              <a:rPr dirty="0" sz="2300" spc="-25">
                <a:latin typeface="Lucida Sans Unicode"/>
                <a:cs typeface="Lucida Sans Unicode"/>
              </a:rPr>
              <a:t>Git</a:t>
            </a:r>
            <a:endParaRPr sz="2300">
              <a:latin typeface="Lucida Sans Unicode"/>
              <a:cs typeface="Lucida Sans Unicode"/>
            </a:endParaRPr>
          </a:p>
          <a:p>
            <a:pPr lvl="1" marL="1437005" indent="-196850">
              <a:lnSpc>
                <a:spcPct val="100000"/>
              </a:lnSpc>
              <a:spcBef>
                <a:spcPts val="415"/>
              </a:spcBef>
              <a:buChar char="•"/>
              <a:tabLst>
                <a:tab pos="1437005" algn="l"/>
              </a:tabLst>
            </a:pPr>
            <a:r>
              <a:rPr dirty="0" sz="2300" spc="-10">
                <a:latin typeface="Lucida Sans Unicode"/>
                <a:cs typeface="Lucida Sans Unicode"/>
              </a:rPr>
              <a:t>GitHub</a:t>
            </a:r>
            <a:endParaRPr sz="2300">
              <a:latin typeface="Lucida Sans Unicode"/>
              <a:cs typeface="Lucida Sans Unicode"/>
            </a:endParaRPr>
          </a:p>
          <a:p>
            <a:pPr marL="159385">
              <a:lnSpc>
                <a:spcPct val="100000"/>
              </a:lnSpc>
              <a:spcBef>
                <a:spcPts val="35"/>
              </a:spcBef>
            </a:pPr>
            <a:r>
              <a:rPr dirty="0" sz="2450" spc="-150">
                <a:latin typeface="Arial Black"/>
                <a:cs typeface="Arial Black"/>
              </a:rPr>
              <a:t>Purpose</a:t>
            </a:r>
            <a:r>
              <a:rPr dirty="0" sz="2450" spc="-195">
                <a:latin typeface="Arial Black"/>
                <a:cs typeface="Arial Black"/>
              </a:rPr>
              <a:t> </a:t>
            </a:r>
            <a:r>
              <a:rPr dirty="0" sz="2450" spc="-55">
                <a:latin typeface="Arial Black"/>
                <a:cs typeface="Arial Black"/>
              </a:rPr>
              <a:t>of</a:t>
            </a:r>
            <a:r>
              <a:rPr dirty="0" sz="2450" spc="-190">
                <a:latin typeface="Arial Black"/>
                <a:cs typeface="Arial Black"/>
              </a:rPr>
              <a:t> </a:t>
            </a:r>
            <a:r>
              <a:rPr dirty="0" sz="2450" spc="-100">
                <a:latin typeface="Arial Black"/>
                <a:cs typeface="Arial Black"/>
              </a:rPr>
              <a:t>Technologies</a:t>
            </a:r>
            <a:endParaRPr sz="2450">
              <a:latin typeface="Arial Black"/>
              <a:cs typeface="Arial Black"/>
            </a:endParaRPr>
          </a:p>
          <a:p>
            <a:pPr marL="1617345">
              <a:lnSpc>
                <a:spcPct val="100000"/>
              </a:lnSpc>
              <a:spcBef>
                <a:spcPts val="940"/>
              </a:spcBef>
            </a:pPr>
            <a:r>
              <a:rPr dirty="0" sz="2150" spc="-120">
                <a:latin typeface="Arial Black"/>
                <a:cs typeface="Arial Black"/>
              </a:rPr>
              <a:t>.</a:t>
            </a:r>
            <a:r>
              <a:rPr dirty="0" sz="2150" spc="-150">
                <a:latin typeface="Arial Black"/>
                <a:cs typeface="Arial Black"/>
              </a:rPr>
              <a:t> </a:t>
            </a:r>
            <a:r>
              <a:rPr dirty="0" sz="2150" spc="-170">
                <a:latin typeface="Arial Black"/>
                <a:cs typeface="Arial Black"/>
              </a:rPr>
              <a:t>React.js</a:t>
            </a:r>
            <a:r>
              <a:rPr dirty="0" sz="2150" spc="-145">
                <a:latin typeface="Arial Black"/>
                <a:cs typeface="Arial Black"/>
              </a:rPr>
              <a:t> </a:t>
            </a:r>
            <a:r>
              <a:rPr dirty="0" sz="2150" spc="-425">
                <a:latin typeface="Lucida Sans Unicode"/>
                <a:cs typeface="Lucida Sans Unicode"/>
              </a:rPr>
              <a:t>-</a:t>
            </a:r>
            <a:r>
              <a:rPr dirty="0" sz="2150" spc="-95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Used</a:t>
            </a:r>
            <a:r>
              <a:rPr dirty="0" sz="2150" spc="-90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to</a:t>
            </a:r>
            <a:r>
              <a:rPr dirty="0" sz="2150" spc="-90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build</a:t>
            </a:r>
            <a:r>
              <a:rPr dirty="0" sz="2150" spc="-90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the</a:t>
            </a:r>
            <a:r>
              <a:rPr dirty="0" sz="2150" spc="-90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user</a:t>
            </a:r>
            <a:r>
              <a:rPr dirty="0" sz="2150" spc="-90">
                <a:latin typeface="Lucida Sans Unicode"/>
                <a:cs typeface="Lucida Sans Unicode"/>
              </a:rPr>
              <a:t> </a:t>
            </a:r>
            <a:r>
              <a:rPr dirty="0" sz="2150" spc="-10">
                <a:latin typeface="Lucida Sans Unicode"/>
                <a:cs typeface="Lucida Sans Unicode"/>
              </a:rPr>
              <a:t>interface.</a:t>
            </a:r>
            <a:endParaRPr sz="2150">
              <a:latin typeface="Lucida Sans Unicode"/>
              <a:cs typeface="Lucida Sans Unicode"/>
            </a:endParaRPr>
          </a:p>
          <a:p>
            <a:pPr marL="1597025">
              <a:lnSpc>
                <a:spcPct val="100000"/>
              </a:lnSpc>
              <a:spcBef>
                <a:spcPts val="420"/>
              </a:spcBef>
            </a:pPr>
            <a:r>
              <a:rPr dirty="0" sz="2150" spc="-110">
                <a:latin typeface="Lucida Sans Unicode"/>
                <a:cs typeface="Lucida Sans Unicode"/>
              </a:rPr>
              <a:t>.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 spc="-135">
                <a:latin typeface="Arial Black"/>
                <a:cs typeface="Arial Black"/>
              </a:rPr>
              <a:t>Node.js</a:t>
            </a:r>
            <a:r>
              <a:rPr dirty="0" sz="2150" spc="-125">
                <a:latin typeface="Arial Black"/>
                <a:cs typeface="Arial Black"/>
              </a:rPr>
              <a:t> </a:t>
            </a:r>
            <a:r>
              <a:rPr dirty="0" sz="2150" spc="-459">
                <a:latin typeface="Arial Black"/>
                <a:cs typeface="Arial Black"/>
              </a:rPr>
              <a:t>&amp;</a:t>
            </a:r>
            <a:r>
              <a:rPr dirty="0" sz="2150" spc="-130">
                <a:latin typeface="Arial Black"/>
                <a:cs typeface="Arial Black"/>
              </a:rPr>
              <a:t> </a:t>
            </a:r>
            <a:r>
              <a:rPr dirty="0" sz="2150" spc="-185">
                <a:latin typeface="Arial Black"/>
                <a:cs typeface="Arial Black"/>
              </a:rPr>
              <a:t>Express.js</a:t>
            </a:r>
            <a:r>
              <a:rPr dirty="0" sz="2150" spc="-125">
                <a:latin typeface="Arial Black"/>
                <a:cs typeface="Arial Black"/>
              </a:rPr>
              <a:t> </a:t>
            </a:r>
            <a:r>
              <a:rPr dirty="0" sz="2150" spc="-425">
                <a:latin typeface="Lucida Sans Unicode"/>
                <a:cs typeface="Lucida Sans Unicode"/>
              </a:rPr>
              <a:t>-</a:t>
            </a:r>
            <a:r>
              <a:rPr dirty="0" sz="2150" spc="-75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Used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for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backend</a:t>
            </a:r>
            <a:r>
              <a:rPr dirty="0" sz="2150" spc="-65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development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and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 spc="70">
                <a:latin typeface="Lucida Sans Unicode"/>
                <a:cs typeface="Lucida Sans Unicode"/>
              </a:rPr>
              <a:t>API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 spc="-10">
                <a:latin typeface="Lucida Sans Unicode"/>
                <a:cs typeface="Lucida Sans Unicode"/>
              </a:rPr>
              <a:t>creation.</a:t>
            </a:r>
            <a:endParaRPr sz="2150">
              <a:latin typeface="Lucida Sans Unicode"/>
              <a:cs typeface="Lucida Sans Unicode"/>
            </a:endParaRPr>
          </a:p>
          <a:p>
            <a:pPr marL="1590675">
              <a:lnSpc>
                <a:spcPct val="100000"/>
              </a:lnSpc>
              <a:spcBef>
                <a:spcPts val="420"/>
              </a:spcBef>
            </a:pPr>
            <a:r>
              <a:rPr dirty="0" sz="2150" spc="-110">
                <a:latin typeface="Lucida Sans Unicode"/>
                <a:cs typeface="Lucida Sans Unicode"/>
              </a:rPr>
              <a:t>.</a:t>
            </a:r>
            <a:r>
              <a:rPr dirty="0" sz="2150" spc="-75">
                <a:latin typeface="Lucida Sans Unicode"/>
                <a:cs typeface="Lucida Sans Unicode"/>
              </a:rPr>
              <a:t> </a:t>
            </a:r>
            <a:r>
              <a:rPr dirty="0" sz="2150" spc="-105">
                <a:latin typeface="Arial Black"/>
                <a:cs typeface="Arial Black"/>
              </a:rPr>
              <a:t>MongoDB</a:t>
            </a:r>
            <a:r>
              <a:rPr dirty="0" sz="2150" spc="-114">
                <a:latin typeface="Arial Black"/>
                <a:cs typeface="Arial Black"/>
              </a:rPr>
              <a:t> </a:t>
            </a:r>
            <a:r>
              <a:rPr dirty="0" sz="2150" spc="-425">
                <a:latin typeface="Lucida Sans Unicode"/>
                <a:cs typeface="Lucida Sans Unicode"/>
              </a:rPr>
              <a:t>-</a:t>
            </a:r>
            <a:r>
              <a:rPr dirty="0" sz="2150" spc="-75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Used</a:t>
            </a:r>
            <a:r>
              <a:rPr dirty="0" sz="2150" spc="-75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to</a:t>
            </a:r>
            <a:r>
              <a:rPr dirty="0" sz="2150" spc="-75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store</a:t>
            </a:r>
            <a:r>
              <a:rPr dirty="0" sz="2150" spc="-75">
                <a:latin typeface="Lucida Sans Unicode"/>
                <a:cs typeface="Lucida Sans Unicode"/>
              </a:rPr>
              <a:t> </a:t>
            </a:r>
            <a:r>
              <a:rPr dirty="0" sz="2150" spc="-20">
                <a:latin typeface="Lucida Sans Unicode"/>
                <a:cs typeface="Lucida Sans Unicode"/>
              </a:rPr>
              <a:t>customer,</a:t>
            </a:r>
            <a:r>
              <a:rPr dirty="0" sz="2150" spc="-75">
                <a:latin typeface="Lucida Sans Unicode"/>
                <a:cs typeface="Lucida Sans Unicode"/>
              </a:rPr>
              <a:t> </a:t>
            </a:r>
            <a:r>
              <a:rPr dirty="0" sz="2150" spc="-20">
                <a:latin typeface="Lucida Sans Unicode"/>
                <a:cs typeface="Lucida Sans Unicode"/>
              </a:rPr>
              <a:t>vendor,</a:t>
            </a:r>
            <a:r>
              <a:rPr dirty="0" sz="2150" spc="-75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product,</a:t>
            </a:r>
            <a:r>
              <a:rPr dirty="0" sz="2150" spc="-75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and</a:t>
            </a:r>
            <a:r>
              <a:rPr dirty="0" sz="2150" spc="-75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order</a:t>
            </a:r>
            <a:r>
              <a:rPr dirty="0" sz="2150" spc="-75">
                <a:latin typeface="Lucida Sans Unicode"/>
                <a:cs typeface="Lucida Sans Unicode"/>
              </a:rPr>
              <a:t> </a:t>
            </a:r>
            <a:r>
              <a:rPr dirty="0" sz="2150" spc="-10">
                <a:latin typeface="Lucida Sans Unicode"/>
                <a:cs typeface="Lucida Sans Unicode"/>
              </a:rPr>
              <a:t>information.</a:t>
            </a:r>
            <a:endParaRPr sz="2150">
              <a:latin typeface="Lucida Sans Unicode"/>
              <a:cs typeface="Lucida Sans Unicode"/>
            </a:endParaRPr>
          </a:p>
          <a:p>
            <a:pPr marL="1614805">
              <a:lnSpc>
                <a:spcPct val="100000"/>
              </a:lnSpc>
              <a:spcBef>
                <a:spcPts val="420"/>
              </a:spcBef>
            </a:pPr>
            <a:r>
              <a:rPr dirty="0" sz="2150" spc="-110">
                <a:latin typeface="Lucida Sans Unicode"/>
                <a:cs typeface="Lucida Sans Unicode"/>
              </a:rPr>
              <a:t>.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 spc="-110">
                <a:latin typeface="Arial Black"/>
                <a:cs typeface="Arial Black"/>
              </a:rPr>
              <a:t>Git</a:t>
            </a:r>
            <a:r>
              <a:rPr dirty="0" sz="2150" spc="-130">
                <a:latin typeface="Arial Black"/>
                <a:cs typeface="Arial Black"/>
              </a:rPr>
              <a:t> </a:t>
            </a:r>
            <a:r>
              <a:rPr dirty="0" sz="2150" spc="-459">
                <a:latin typeface="Arial Black"/>
                <a:cs typeface="Arial Black"/>
              </a:rPr>
              <a:t>&amp;</a:t>
            </a:r>
            <a:r>
              <a:rPr dirty="0" sz="2150" spc="-130">
                <a:latin typeface="Arial Black"/>
                <a:cs typeface="Arial Black"/>
              </a:rPr>
              <a:t> </a:t>
            </a:r>
            <a:r>
              <a:rPr dirty="0" sz="2150" spc="-95">
                <a:latin typeface="Arial Black"/>
                <a:cs typeface="Arial Black"/>
              </a:rPr>
              <a:t>GitHub</a:t>
            </a:r>
            <a:r>
              <a:rPr dirty="0" sz="2150" spc="-125">
                <a:latin typeface="Arial Black"/>
                <a:cs typeface="Arial Black"/>
              </a:rPr>
              <a:t> </a:t>
            </a:r>
            <a:r>
              <a:rPr dirty="0" sz="2150" spc="-425">
                <a:latin typeface="Lucida Sans Unicode"/>
                <a:cs typeface="Lucida Sans Unicode"/>
              </a:rPr>
              <a:t>-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Used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for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version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control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and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project</a:t>
            </a:r>
            <a:r>
              <a:rPr dirty="0" sz="2150" spc="-70">
                <a:latin typeface="Lucida Sans Unicode"/>
                <a:cs typeface="Lucida Sans Unicode"/>
              </a:rPr>
              <a:t> </a:t>
            </a:r>
            <a:r>
              <a:rPr dirty="0" sz="2150" spc="-10">
                <a:latin typeface="Lucida Sans Unicode"/>
                <a:cs typeface="Lucida Sans Unicode"/>
              </a:rPr>
              <a:t>management.</a:t>
            </a:r>
            <a:endParaRPr sz="21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62821" y="734473"/>
            <a:ext cx="3562350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spc="-200"/>
              <a:t>System</a:t>
            </a:r>
            <a:r>
              <a:rPr dirty="0" sz="2750" spc="-235"/>
              <a:t> </a:t>
            </a:r>
            <a:r>
              <a:rPr dirty="0" sz="2750" spc="-150"/>
              <a:t>Architecture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81702" y="1164755"/>
            <a:ext cx="18124805" cy="8407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6700"/>
              </a:lnSpc>
              <a:spcBef>
                <a:spcPts val="90"/>
              </a:spcBef>
            </a:pPr>
            <a:r>
              <a:rPr dirty="0" sz="2250" spc="-20">
                <a:latin typeface="Lucida Sans Unicode"/>
                <a:cs typeface="Lucida Sans Unicode"/>
              </a:rPr>
              <a:t>The</a:t>
            </a:r>
            <a:r>
              <a:rPr dirty="0" sz="2250" spc="-15">
                <a:latin typeface="Lucida Sans Unicode"/>
                <a:cs typeface="Lucida Sans Unicode"/>
              </a:rPr>
              <a:t> </a:t>
            </a:r>
            <a:r>
              <a:rPr dirty="0" sz="2250" spc="-75">
                <a:latin typeface="Lucida Sans Unicode"/>
                <a:cs typeface="Lucida Sans Unicode"/>
              </a:rPr>
              <a:t>Multi-</a:t>
            </a:r>
            <a:r>
              <a:rPr dirty="0" sz="2250">
                <a:latin typeface="Lucida Sans Unicode"/>
                <a:cs typeface="Lucida Sans Unicode"/>
              </a:rPr>
              <a:t>Vendor</a:t>
            </a:r>
            <a:r>
              <a:rPr dirty="0" sz="2250" spc="-1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Marketplace</a:t>
            </a:r>
            <a:r>
              <a:rPr dirty="0" sz="2250" spc="-1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system</a:t>
            </a:r>
            <a:r>
              <a:rPr dirty="0" sz="2250" spc="-1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follows</a:t>
            </a:r>
            <a:r>
              <a:rPr dirty="0" sz="2250" spc="-1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</a:t>
            </a:r>
            <a:r>
              <a:rPr dirty="0" sz="2250" spc="-15">
                <a:latin typeface="Lucida Sans Unicode"/>
                <a:cs typeface="Lucida Sans Unicode"/>
              </a:rPr>
              <a:t> </a:t>
            </a:r>
            <a:r>
              <a:rPr dirty="0" sz="2250" spc="-55">
                <a:latin typeface="Lucida Sans Unicode"/>
                <a:cs typeface="Lucida Sans Unicode"/>
              </a:rPr>
              <a:t>three-</a:t>
            </a:r>
            <a:r>
              <a:rPr dirty="0" sz="2250">
                <a:latin typeface="Lucida Sans Unicode"/>
                <a:cs typeface="Lucida Sans Unicode"/>
              </a:rPr>
              <a:t>tier</a:t>
            </a:r>
            <a:r>
              <a:rPr dirty="0" sz="2250" spc="-1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architecture</a:t>
            </a:r>
            <a:r>
              <a:rPr dirty="0" sz="2250" spc="-1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consisting</a:t>
            </a:r>
            <a:r>
              <a:rPr dirty="0" sz="2250" spc="-1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of</a:t>
            </a:r>
            <a:r>
              <a:rPr dirty="0" sz="2250" spc="-1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the</a:t>
            </a:r>
            <a:r>
              <a:rPr dirty="0" sz="2250" spc="-1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Presentation</a:t>
            </a:r>
            <a:r>
              <a:rPr dirty="0" sz="2250" spc="-15">
                <a:latin typeface="Lucida Sans Unicode"/>
                <a:cs typeface="Lucida Sans Unicode"/>
              </a:rPr>
              <a:t> </a:t>
            </a:r>
            <a:r>
              <a:rPr dirty="0" sz="2250" spc="-25">
                <a:latin typeface="Lucida Sans Unicode"/>
                <a:cs typeface="Lucida Sans Unicode"/>
              </a:rPr>
              <a:t>Layer,</a:t>
            </a:r>
            <a:r>
              <a:rPr dirty="0" sz="2250" spc="-1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Application</a:t>
            </a:r>
            <a:r>
              <a:rPr dirty="0" sz="2250" spc="-15">
                <a:latin typeface="Lucida Sans Unicode"/>
                <a:cs typeface="Lucida Sans Unicode"/>
              </a:rPr>
              <a:t> </a:t>
            </a:r>
            <a:r>
              <a:rPr dirty="0" sz="2250" spc="-25">
                <a:latin typeface="Lucida Sans Unicode"/>
                <a:cs typeface="Lucida Sans Unicode"/>
              </a:rPr>
              <a:t>Layer,</a:t>
            </a:r>
            <a:r>
              <a:rPr dirty="0" sz="2250" spc="-15">
                <a:latin typeface="Lucida Sans Unicode"/>
                <a:cs typeface="Lucida Sans Unicode"/>
              </a:rPr>
              <a:t> </a:t>
            </a:r>
            <a:r>
              <a:rPr dirty="0" sz="2250" spc="-25">
                <a:latin typeface="Lucida Sans Unicode"/>
                <a:cs typeface="Lucida Sans Unicode"/>
              </a:rPr>
              <a:t>and </a:t>
            </a:r>
            <a:r>
              <a:rPr dirty="0" sz="2250">
                <a:latin typeface="Lucida Sans Unicode"/>
                <a:cs typeface="Lucida Sans Unicode"/>
              </a:rPr>
              <a:t>Database</a:t>
            </a:r>
            <a:r>
              <a:rPr dirty="0" sz="2250" spc="5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Layer.</a:t>
            </a:r>
            <a:endParaRPr sz="22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2500" spc="75">
                <a:latin typeface="Segoe UI Symbol"/>
                <a:cs typeface="Segoe UI Symbol"/>
              </a:rPr>
              <a:t>👤</a:t>
            </a:r>
            <a:r>
              <a:rPr dirty="0" sz="2500" spc="35">
                <a:latin typeface="Segoe UI Symbol"/>
                <a:cs typeface="Segoe UI Symbol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Users</a:t>
            </a:r>
            <a:r>
              <a:rPr dirty="0" sz="2150" spc="-105">
                <a:latin typeface="Lucida Sans Unicode"/>
                <a:cs typeface="Lucida Sans Unicode"/>
              </a:rPr>
              <a:t> </a:t>
            </a:r>
            <a:r>
              <a:rPr dirty="0" sz="2150">
                <a:latin typeface="Lucida Sans Unicode"/>
                <a:cs typeface="Lucida Sans Unicode"/>
              </a:rPr>
              <a:t>(Customers</a:t>
            </a:r>
            <a:r>
              <a:rPr dirty="0" sz="2150" spc="-105">
                <a:latin typeface="Lucida Sans Unicode"/>
                <a:cs typeface="Lucida Sans Unicode"/>
              </a:rPr>
              <a:t> </a:t>
            </a:r>
            <a:r>
              <a:rPr dirty="0" sz="2150" spc="-60">
                <a:latin typeface="Lucida Sans Unicode"/>
                <a:cs typeface="Lucida Sans Unicode"/>
              </a:rPr>
              <a:t>&amp;</a:t>
            </a:r>
            <a:r>
              <a:rPr dirty="0" sz="2150" spc="-105">
                <a:latin typeface="Lucida Sans Unicode"/>
                <a:cs typeface="Lucida Sans Unicode"/>
              </a:rPr>
              <a:t> </a:t>
            </a:r>
            <a:r>
              <a:rPr dirty="0" sz="2150" spc="-10">
                <a:latin typeface="Lucida Sans Unicode"/>
                <a:cs typeface="Lucida Sans Unicode"/>
              </a:rPr>
              <a:t>Vendors)</a:t>
            </a:r>
            <a:endParaRPr sz="2150">
              <a:latin typeface="Lucida Sans Unicode"/>
              <a:cs typeface="Lucida Sans Unicode"/>
            </a:endParaRPr>
          </a:p>
          <a:p>
            <a:pPr algn="ctr" marL="10160">
              <a:lnSpc>
                <a:spcPct val="100000"/>
              </a:lnSpc>
              <a:spcBef>
                <a:spcPts val="50"/>
              </a:spcBef>
            </a:pPr>
            <a:r>
              <a:rPr dirty="0" sz="2600" spc="1460">
                <a:latin typeface="Segoe UI Symbol"/>
                <a:cs typeface="Segoe UI Symbol"/>
              </a:rPr>
              <a:t>⬇</a:t>
            </a:r>
            <a:endParaRPr sz="2600">
              <a:latin typeface="Segoe UI Symbol"/>
              <a:cs typeface="Segoe UI Symbol"/>
            </a:endParaRPr>
          </a:p>
          <a:p>
            <a:pPr marL="7816215" marR="7517130" indent="-291465">
              <a:lnSpc>
                <a:spcPts val="3150"/>
              </a:lnSpc>
              <a:spcBef>
                <a:spcPts val="110"/>
              </a:spcBef>
            </a:pPr>
            <a:r>
              <a:rPr dirty="0" sz="2600" spc="180">
                <a:latin typeface="Segoe UI Symbol"/>
                <a:cs typeface="Segoe UI Symbol"/>
              </a:rPr>
              <a:t>🖥</a:t>
            </a:r>
            <a:r>
              <a:rPr dirty="0" sz="2600">
                <a:latin typeface="Segoe UI Symbol"/>
                <a:cs typeface="Segoe UI Symbol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Frontend</a:t>
            </a:r>
            <a:r>
              <a:rPr dirty="0" sz="2250" spc="-5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(React.js) </a:t>
            </a:r>
            <a:r>
              <a:rPr dirty="0" sz="2250">
                <a:latin typeface="Lucida Sans Unicode"/>
                <a:cs typeface="Lucida Sans Unicode"/>
              </a:rPr>
              <a:t>User</a:t>
            </a:r>
            <a:r>
              <a:rPr dirty="0" sz="2250" spc="-2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Interface </a:t>
            </a:r>
            <a:r>
              <a:rPr dirty="0" sz="2250" spc="55">
                <a:latin typeface="Lucida Sans Unicode"/>
                <a:cs typeface="Lucida Sans Unicode"/>
              </a:rPr>
              <a:t>Product</a:t>
            </a:r>
            <a:r>
              <a:rPr dirty="0" sz="2250" spc="-13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Display </a:t>
            </a:r>
            <a:r>
              <a:rPr dirty="0" sz="2250">
                <a:latin typeface="Lucida Sans Unicode"/>
                <a:cs typeface="Lucida Sans Unicode"/>
              </a:rPr>
              <a:t>Cart</a:t>
            </a:r>
            <a:r>
              <a:rPr dirty="0" sz="2250" spc="-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Management</a:t>
            </a:r>
            <a:endParaRPr sz="2250">
              <a:latin typeface="Lucida Sans Unicode"/>
              <a:cs typeface="Lucida Sans Unicode"/>
            </a:endParaRPr>
          </a:p>
          <a:p>
            <a:pPr marL="7578090">
              <a:lnSpc>
                <a:spcPct val="100000"/>
              </a:lnSpc>
              <a:spcBef>
                <a:spcPts val="270"/>
              </a:spcBef>
            </a:pPr>
            <a:r>
              <a:rPr dirty="0" sz="2250">
                <a:latin typeface="Lucida Sans Unicode"/>
                <a:cs typeface="Lucida Sans Unicode"/>
              </a:rPr>
              <a:t>Authentication</a:t>
            </a:r>
            <a:r>
              <a:rPr dirty="0" sz="2250" spc="145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Pages</a:t>
            </a:r>
            <a:endParaRPr sz="2250">
              <a:latin typeface="Lucida Sans Unicode"/>
              <a:cs typeface="Lucida Sans Unicode"/>
            </a:endParaRPr>
          </a:p>
          <a:p>
            <a:pPr algn="ctr" marL="10160">
              <a:lnSpc>
                <a:spcPct val="100000"/>
              </a:lnSpc>
              <a:spcBef>
                <a:spcPts val="100"/>
              </a:spcBef>
            </a:pPr>
            <a:r>
              <a:rPr dirty="0" sz="2600" spc="1460">
                <a:latin typeface="Segoe UI Symbol"/>
                <a:cs typeface="Segoe UI Symbol"/>
              </a:rPr>
              <a:t>⬇</a:t>
            </a:r>
            <a:endParaRPr sz="2600">
              <a:latin typeface="Segoe UI Symbol"/>
              <a:cs typeface="Segoe UI Symbol"/>
            </a:endParaRPr>
          </a:p>
          <a:p>
            <a:pPr algn="ctr" marL="6764020" marR="6756400">
              <a:lnSpc>
                <a:spcPts val="3150"/>
              </a:lnSpc>
              <a:spcBef>
                <a:spcPts val="110"/>
              </a:spcBef>
            </a:pPr>
            <a:r>
              <a:rPr dirty="0" sz="2600" spc="720">
                <a:solidFill>
                  <a:srgbClr val="535353"/>
                </a:solidFill>
                <a:latin typeface="Segoe UI Symbol"/>
                <a:cs typeface="Segoe UI Symbol"/>
              </a:rPr>
              <a:t>⚙</a:t>
            </a:r>
            <a:r>
              <a:rPr dirty="0" sz="2600" spc="-170">
                <a:solidFill>
                  <a:srgbClr val="535353"/>
                </a:solidFill>
                <a:latin typeface="Segoe UI Symbol"/>
                <a:cs typeface="Segoe UI Symbol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Backend</a:t>
            </a:r>
            <a:r>
              <a:rPr dirty="0" sz="2250" spc="-70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(Node.js</a:t>
            </a:r>
            <a:r>
              <a:rPr dirty="0" sz="2250" spc="-65">
                <a:latin typeface="Lucida Sans Unicode"/>
                <a:cs typeface="Lucida Sans Unicode"/>
              </a:rPr>
              <a:t> </a:t>
            </a:r>
            <a:r>
              <a:rPr dirty="0" sz="2250" spc="-610">
                <a:latin typeface="Lucida Sans Unicode"/>
                <a:cs typeface="Lucida Sans Unicode"/>
              </a:rPr>
              <a:t>+</a:t>
            </a:r>
            <a:r>
              <a:rPr dirty="0" sz="2250" spc="-7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Express.js) </a:t>
            </a:r>
            <a:r>
              <a:rPr dirty="0" sz="2250" spc="65">
                <a:latin typeface="Lucida Sans Unicode"/>
                <a:cs typeface="Lucida Sans Unicode"/>
              </a:rPr>
              <a:t>REST</a:t>
            </a:r>
            <a:r>
              <a:rPr dirty="0" sz="2250" spc="-145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APIs</a:t>
            </a:r>
            <a:endParaRPr sz="2250">
              <a:latin typeface="Lucida Sans Unicode"/>
              <a:cs typeface="Lucida Sans Unicode"/>
            </a:endParaRPr>
          </a:p>
          <a:p>
            <a:pPr algn="ctr" marL="7556500" marR="7548880">
              <a:lnSpc>
                <a:spcPts val="3150"/>
              </a:lnSpc>
            </a:pPr>
            <a:r>
              <a:rPr dirty="0" sz="2250">
                <a:latin typeface="Lucida Sans Unicode"/>
                <a:cs typeface="Lucida Sans Unicode"/>
              </a:rPr>
              <a:t>User</a:t>
            </a:r>
            <a:r>
              <a:rPr dirty="0" sz="2250" spc="-2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Authentication </a:t>
            </a:r>
            <a:r>
              <a:rPr dirty="0" sz="2250" spc="55">
                <a:latin typeface="Lucida Sans Unicode"/>
                <a:cs typeface="Lucida Sans Unicode"/>
              </a:rPr>
              <a:t>Product</a:t>
            </a:r>
            <a:r>
              <a:rPr dirty="0" sz="2250" spc="-13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Management </a:t>
            </a:r>
            <a:r>
              <a:rPr dirty="0" sz="2250">
                <a:latin typeface="Lucida Sans Unicode"/>
                <a:cs typeface="Lucida Sans Unicode"/>
              </a:rPr>
              <a:t>Order</a:t>
            </a:r>
            <a:r>
              <a:rPr dirty="0" sz="2250" spc="-4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Management</a:t>
            </a:r>
            <a:endParaRPr sz="2250">
              <a:latin typeface="Lucida Sans Unicode"/>
              <a:cs typeface="Lucida Sans Unicode"/>
            </a:endParaRPr>
          </a:p>
          <a:p>
            <a:pPr algn="ctr" marL="10160">
              <a:lnSpc>
                <a:spcPts val="3040"/>
              </a:lnSpc>
            </a:pPr>
            <a:r>
              <a:rPr dirty="0" sz="2600" spc="1460">
                <a:latin typeface="Segoe UI Symbol"/>
                <a:cs typeface="Segoe UI Symbol"/>
              </a:rPr>
              <a:t>⬇</a:t>
            </a:r>
            <a:endParaRPr sz="2600">
              <a:latin typeface="Segoe UI Symbol"/>
              <a:cs typeface="Segoe UI Symbol"/>
            </a:endParaRPr>
          </a:p>
          <a:p>
            <a:pPr algn="just" marL="8010525" marR="6976109" indent="-1026794">
              <a:lnSpc>
                <a:spcPts val="3150"/>
              </a:lnSpc>
              <a:spcBef>
                <a:spcPts val="110"/>
              </a:spcBef>
            </a:pPr>
            <a:r>
              <a:rPr dirty="0" sz="2600" spc="490">
                <a:latin typeface="Segoe UI Symbol"/>
                <a:cs typeface="Segoe UI Symbol"/>
              </a:rPr>
              <a:t>🗄</a:t>
            </a:r>
            <a:r>
              <a:rPr dirty="0" sz="2600" spc="105">
                <a:latin typeface="Segoe UI Symbol"/>
                <a:cs typeface="Segoe UI Symbol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Database</a:t>
            </a:r>
            <a:r>
              <a:rPr dirty="0" sz="2250" spc="-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(MongoDB</a:t>
            </a:r>
            <a:r>
              <a:rPr dirty="0" sz="2250" spc="-10">
                <a:latin typeface="Lucida Sans Unicode"/>
                <a:cs typeface="Lucida Sans Unicode"/>
              </a:rPr>
              <a:t> Atlas) </a:t>
            </a:r>
            <a:r>
              <a:rPr dirty="0" sz="2250">
                <a:latin typeface="Lucida Sans Unicode"/>
                <a:cs typeface="Lucida Sans Unicode"/>
              </a:rPr>
              <a:t>Customer</a:t>
            </a:r>
            <a:r>
              <a:rPr dirty="0" sz="2250" spc="-55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Data</a:t>
            </a:r>
            <a:endParaRPr sz="2250">
              <a:latin typeface="Lucida Sans Unicode"/>
              <a:cs typeface="Lucida Sans Unicode"/>
            </a:endParaRPr>
          </a:p>
          <a:p>
            <a:pPr algn="just" marL="8134984" marR="8127365" indent="54610">
              <a:lnSpc>
                <a:spcPts val="3150"/>
              </a:lnSpc>
            </a:pPr>
            <a:r>
              <a:rPr dirty="0" sz="2250">
                <a:latin typeface="Lucida Sans Unicode"/>
                <a:cs typeface="Lucida Sans Unicode"/>
              </a:rPr>
              <a:t>Vendor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Data </a:t>
            </a:r>
            <a:r>
              <a:rPr dirty="0" sz="2250" spc="55">
                <a:latin typeface="Lucida Sans Unicode"/>
                <a:cs typeface="Lucida Sans Unicode"/>
              </a:rPr>
              <a:t>Product</a:t>
            </a:r>
            <a:r>
              <a:rPr dirty="0" sz="2250" spc="-130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Data </a:t>
            </a:r>
            <a:r>
              <a:rPr dirty="0" sz="2250">
                <a:latin typeface="Lucida Sans Unicode"/>
                <a:cs typeface="Lucida Sans Unicode"/>
              </a:rPr>
              <a:t>Order</a:t>
            </a:r>
            <a:r>
              <a:rPr dirty="0" sz="2250" spc="-45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Data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034" y="4063151"/>
            <a:ext cx="12934949" cy="57340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15198" y="196091"/>
            <a:ext cx="7588884" cy="8274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250" spc="-295"/>
              <a:t>Authentication</a:t>
            </a:r>
            <a:r>
              <a:rPr dirty="0" sz="5250" spc="-450"/>
              <a:t> </a:t>
            </a:r>
            <a:r>
              <a:rPr dirty="0" sz="5250" spc="-145"/>
              <a:t>Module</a:t>
            </a:r>
            <a:endParaRPr sz="5250"/>
          </a:p>
        </p:txBody>
      </p:sp>
      <p:sp>
        <p:nvSpPr>
          <p:cNvPr id="4" name="object 4"/>
          <p:cNvSpPr txBox="1"/>
          <p:nvPr/>
        </p:nvSpPr>
        <p:spPr>
          <a:xfrm>
            <a:off x="515156" y="1041206"/>
            <a:ext cx="17788890" cy="2769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557520" marR="5080" indent="-5545455">
              <a:lnSpc>
                <a:spcPct val="114799"/>
              </a:lnSpc>
              <a:spcBef>
                <a:spcPts val="95"/>
              </a:spcBef>
            </a:pPr>
            <a:r>
              <a:rPr dirty="0" sz="2450" spc="-215">
                <a:latin typeface="Arial Black"/>
                <a:cs typeface="Arial Black"/>
              </a:rPr>
              <a:t>The</a:t>
            </a:r>
            <a:r>
              <a:rPr dirty="0" sz="2450" spc="-190">
                <a:latin typeface="Arial Black"/>
                <a:cs typeface="Arial Black"/>
              </a:rPr>
              <a:t> </a:t>
            </a:r>
            <a:r>
              <a:rPr dirty="0" sz="2450" spc="-145">
                <a:latin typeface="Arial Black"/>
                <a:cs typeface="Arial Black"/>
              </a:rPr>
              <a:t>Authentication</a:t>
            </a:r>
            <a:r>
              <a:rPr dirty="0" sz="2450" spc="-190">
                <a:latin typeface="Arial Black"/>
                <a:cs typeface="Arial Black"/>
              </a:rPr>
              <a:t> </a:t>
            </a:r>
            <a:r>
              <a:rPr dirty="0" sz="2450" spc="-105">
                <a:latin typeface="Arial Black"/>
                <a:cs typeface="Arial Black"/>
              </a:rPr>
              <a:t>Module</a:t>
            </a:r>
            <a:r>
              <a:rPr dirty="0" sz="2450" spc="-190">
                <a:latin typeface="Arial Black"/>
                <a:cs typeface="Arial Black"/>
              </a:rPr>
              <a:t> </a:t>
            </a:r>
            <a:r>
              <a:rPr dirty="0" sz="2450" spc="-135">
                <a:latin typeface="Arial Black"/>
                <a:cs typeface="Arial Black"/>
              </a:rPr>
              <a:t>provides</a:t>
            </a:r>
            <a:r>
              <a:rPr dirty="0" sz="2450" spc="-190">
                <a:latin typeface="Arial Black"/>
                <a:cs typeface="Arial Black"/>
              </a:rPr>
              <a:t> </a:t>
            </a:r>
            <a:r>
              <a:rPr dirty="0" sz="2450" spc="-204">
                <a:latin typeface="Arial Black"/>
                <a:cs typeface="Arial Black"/>
              </a:rPr>
              <a:t>secure</a:t>
            </a:r>
            <a:r>
              <a:rPr dirty="0" sz="2450" spc="-185">
                <a:latin typeface="Arial Black"/>
                <a:cs typeface="Arial Black"/>
              </a:rPr>
              <a:t> </a:t>
            </a:r>
            <a:r>
              <a:rPr dirty="0" sz="2450" spc="-270">
                <a:latin typeface="Arial Black"/>
                <a:cs typeface="Arial Black"/>
              </a:rPr>
              <a:t>access</a:t>
            </a:r>
            <a:r>
              <a:rPr dirty="0" sz="2450" spc="-190">
                <a:latin typeface="Arial Black"/>
                <a:cs typeface="Arial Black"/>
              </a:rPr>
              <a:t> </a:t>
            </a:r>
            <a:r>
              <a:rPr dirty="0" sz="2450" spc="-100">
                <a:latin typeface="Arial Black"/>
                <a:cs typeface="Arial Black"/>
              </a:rPr>
              <a:t>to</a:t>
            </a:r>
            <a:r>
              <a:rPr dirty="0" sz="2450" spc="-190">
                <a:latin typeface="Arial Black"/>
                <a:cs typeface="Arial Black"/>
              </a:rPr>
              <a:t> </a:t>
            </a:r>
            <a:r>
              <a:rPr dirty="0" sz="2450" spc="-130">
                <a:latin typeface="Arial Black"/>
                <a:cs typeface="Arial Black"/>
              </a:rPr>
              <a:t>the</a:t>
            </a:r>
            <a:r>
              <a:rPr dirty="0" sz="2450" spc="-190">
                <a:latin typeface="Arial Black"/>
                <a:cs typeface="Arial Black"/>
              </a:rPr>
              <a:t> </a:t>
            </a:r>
            <a:r>
              <a:rPr dirty="0" sz="2450" spc="-70">
                <a:latin typeface="Arial Black"/>
                <a:cs typeface="Arial Black"/>
              </a:rPr>
              <a:t>Multi-</a:t>
            </a:r>
            <a:r>
              <a:rPr dirty="0" sz="2450" spc="-150">
                <a:latin typeface="Arial Black"/>
                <a:cs typeface="Arial Black"/>
              </a:rPr>
              <a:t>Vendor</a:t>
            </a:r>
            <a:r>
              <a:rPr dirty="0" sz="2450" spc="-190">
                <a:latin typeface="Arial Black"/>
                <a:cs typeface="Arial Black"/>
              </a:rPr>
              <a:t> </a:t>
            </a:r>
            <a:r>
              <a:rPr dirty="0" sz="2450" spc="-175">
                <a:latin typeface="Arial Black"/>
                <a:cs typeface="Arial Black"/>
              </a:rPr>
              <a:t>Marketplace</a:t>
            </a:r>
            <a:r>
              <a:rPr dirty="0" sz="2450" spc="-185">
                <a:latin typeface="Arial Black"/>
                <a:cs typeface="Arial Black"/>
              </a:rPr>
              <a:t> </a:t>
            </a:r>
            <a:r>
              <a:rPr dirty="0" sz="2450" spc="-100">
                <a:latin typeface="Arial Black"/>
                <a:cs typeface="Arial Black"/>
              </a:rPr>
              <a:t>by</a:t>
            </a:r>
            <a:r>
              <a:rPr dirty="0" sz="2450" spc="-190">
                <a:latin typeface="Arial Black"/>
                <a:cs typeface="Arial Black"/>
              </a:rPr>
              <a:t> </a:t>
            </a:r>
            <a:r>
              <a:rPr dirty="0" sz="2450" spc="-175">
                <a:latin typeface="Arial Black"/>
                <a:cs typeface="Arial Black"/>
              </a:rPr>
              <a:t>allowing</a:t>
            </a:r>
            <a:r>
              <a:rPr dirty="0" sz="2450" spc="-190">
                <a:latin typeface="Arial Black"/>
                <a:cs typeface="Arial Black"/>
              </a:rPr>
              <a:t> </a:t>
            </a:r>
            <a:r>
              <a:rPr dirty="0" sz="2450" spc="-95">
                <a:latin typeface="Arial Black"/>
                <a:cs typeface="Arial Black"/>
              </a:rPr>
              <a:t>both</a:t>
            </a:r>
            <a:r>
              <a:rPr dirty="0" sz="2450" spc="-190">
                <a:latin typeface="Arial Black"/>
                <a:cs typeface="Arial Black"/>
              </a:rPr>
              <a:t> </a:t>
            </a:r>
            <a:r>
              <a:rPr dirty="0" sz="2450" spc="-185">
                <a:latin typeface="Arial Black"/>
                <a:cs typeface="Arial Black"/>
              </a:rPr>
              <a:t>customers</a:t>
            </a:r>
            <a:r>
              <a:rPr dirty="0" sz="2450" spc="-190">
                <a:latin typeface="Arial Black"/>
                <a:cs typeface="Arial Black"/>
              </a:rPr>
              <a:t> </a:t>
            </a:r>
            <a:r>
              <a:rPr dirty="0" sz="2450" spc="-25">
                <a:latin typeface="Arial Black"/>
                <a:cs typeface="Arial Black"/>
              </a:rPr>
              <a:t>and </a:t>
            </a:r>
            <a:r>
              <a:rPr dirty="0" sz="2450" spc="-140">
                <a:latin typeface="Arial Black"/>
                <a:cs typeface="Arial Black"/>
              </a:rPr>
              <a:t>vendors</a:t>
            </a:r>
            <a:r>
              <a:rPr dirty="0" sz="2450" spc="-215">
                <a:latin typeface="Arial Black"/>
                <a:cs typeface="Arial Black"/>
              </a:rPr>
              <a:t> </a:t>
            </a:r>
            <a:r>
              <a:rPr dirty="0" sz="2450" spc="-100">
                <a:latin typeface="Arial Black"/>
                <a:cs typeface="Arial Black"/>
              </a:rPr>
              <a:t>to</a:t>
            </a:r>
            <a:r>
              <a:rPr dirty="0" sz="2450" spc="-210">
                <a:latin typeface="Arial Black"/>
                <a:cs typeface="Arial Black"/>
              </a:rPr>
              <a:t> </a:t>
            </a:r>
            <a:r>
              <a:rPr dirty="0" sz="2450" spc="-170">
                <a:latin typeface="Arial Black"/>
                <a:cs typeface="Arial Black"/>
              </a:rPr>
              <a:t>register</a:t>
            </a:r>
            <a:r>
              <a:rPr dirty="0" sz="2450" spc="-210">
                <a:latin typeface="Arial Black"/>
                <a:cs typeface="Arial Black"/>
              </a:rPr>
              <a:t> </a:t>
            </a:r>
            <a:r>
              <a:rPr dirty="0" sz="2450" spc="-140">
                <a:latin typeface="Arial Black"/>
                <a:cs typeface="Arial Black"/>
              </a:rPr>
              <a:t>and</a:t>
            </a:r>
            <a:r>
              <a:rPr dirty="0" sz="2450" spc="-215">
                <a:latin typeface="Arial Black"/>
                <a:cs typeface="Arial Black"/>
              </a:rPr>
              <a:t> </a:t>
            </a:r>
            <a:r>
              <a:rPr dirty="0" sz="2450" spc="-150">
                <a:latin typeface="Arial Black"/>
                <a:cs typeface="Arial Black"/>
              </a:rPr>
              <a:t>log</a:t>
            </a:r>
            <a:r>
              <a:rPr dirty="0" sz="2450" spc="-210">
                <a:latin typeface="Arial Black"/>
                <a:cs typeface="Arial Black"/>
              </a:rPr>
              <a:t> </a:t>
            </a:r>
            <a:r>
              <a:rPr dirty="0" sz="2450" spc="-110">
                <a:latin typeface="Arial Black"/>
                <a:cs typeface="Arial Black"/>
              </a:rPr>
              <a:t>in</a:t>
            </a:r>
            <a:r>
              <a:rPr dirty="0" sz="2450" spc="-210">
                <a:latin typeface="Arial Black"/>
                <a:cs typeface="Arial Black"/>
              </a:rPr>
              <a:t> </a:t>
            </a:r>
            <a:r>
              <a:rPr dirty="0" sz="2450" spc="-100">
                <a:latin typeface="Arial Black"/>
                <a:cs typeface="Arial Black"/>
              </a:rPr>
              <a:t>to</a:t>
            </a:r>
            <a:r>
              <a:rPr dirty="0" sz="2450" spc="-215">
                <a:latin typeface="Arial Black"/>
                <a:cs typeface="Arial Black"/>
              </a:rPr>
              <a:t> </a:t>
            </a:r>
            <a:r>
              <a:rPr dirty="0" sz="2450" spc="-130">
                <a:latin typeface="Arial Black"/>
                <a:cs typeface="Arial Black"/>
              </a:rPr>
              <a:t>the</a:t>
            </a:r>
            <a:r>
              <a:rPr dirty="0" sz="2450" spc="-210">
                <a:latin typeface="Arial Black"/>
                <a:cs typeface="Arial Black"/>
              </a:rPr>
              <a:t> </a:t>
            </a:r>
            <a:r>
              <a:rPr dirty="0" sz="2450" spc="-15">
                <a:latin typeface="Arial Black"/>
                <a:cs typeface="Arial Black"/>
              </a:rPr>
              <a:t>system</a:t>
            </a:r>
            <a:r>
              <a:rPr dirty="0" sz="2450" spc="-15">
                <a:latin typeface="Lucida Sans Unicode"/>
                <a:cs typeface="Lucida Sans Unicode"/>
              </a:rPr>
              <a:t>.</a:t>
            </a:r>
            <a:endParaRPr sz="2450">
              <a:latin typeface="Lucida Sans Unicode"/>
              <a:cs typeface="Lucida Sans Unicode"/>
            </a:endParaRPr>
          </a:p>
          <a:p>
            <a:pPr marL="127635">
              <a:lnSpc>
                <a:spcPct val="100000"/>
              </a:lnSpc>
              <a:spcBef>
                <a:spcPts val="3484"/>
              </a:spcBef>
            </a:pPr>
            <a:r>
              <a:rPr dirty="0" sz="2650" spc="-80">
                <a:latin typeface="Arial Black"/>
                <a:cs typeface="Arial Black"/>
              </a:rPr>
              <a:t>Features:</a:t>
            </a:r>
            <a:endParaRPr sz="2650">
              <a:latin typeface="Arial Black"/>
              <a:cs typeface="Arial Black"/>
            </a:endParaRPr>
          </a:p>
          <a:p>
            <a:pPr marL="1144270">
              <a:lnSpc>
                <a:spcPct val="100000"/>
              </a:lnSpc>
              <a:spcBef>
                <a:spcPts val="1735"/>
              </a:spcBef>
            </a:pPr>
            <a:r>
              <a:rPr dirty="0" sz="2700" spc="350">
                <a:latin typeface="Segoe UI Symbol"/>
                <a:cs typeface="Segoe UI Symbol"/>
              </a:rPr>
              <a:t>✅</a:t>
            </a:r>
            <a:r>
              <a:rPr dirty="0" sz="2700" spc="-240">
                <a:latin typeface="Segoe UI Symbol"/>
                <a:cs typeface="Segoe UI Symbol"/>
              </a:rPr>
              <a:t> </a:t>
            </a:r>
            <a:r>
              <a:rPr dirty="0" sz="2350" spc="-140">
                <a:latin typeface="Arial Black"/>
                <a:cs typeface="Arial Black"/>
              </a:rPr>
              <a:t>Customer</a:t>
            </a:r>
            <a:r>
              <a:rPr dirty="0" sz="2350" spc="-180">
                <a:latin typeface="Arial Black"/>
                <a:cs typeface="Arial Black"/>
              </a:rPr>
              <a:t> </a:t>
            </a:r>
            <a:r>
              <a:rPr dirty="0" sz="2350" spc="-60">
                <a:latin typeface="Arial Black"/>
                <a:cs typeface="Arial Black"/>
              </a:rPr>
              <a:t>Registration</a:t>
            </a:r>
            <a:endParaRPr sz="2350">
              <a:latin typeface="Arial Black"/>
              <a:cs typeface="Arial Black"/>
            </a:endParaRPr>
          </a:p>
          <a:p>
            <a:pPr marL="83185">
              <a:lnSpc>
                <a:spcPct val="100000"/>
              </a:lnSpc>
              <a:spcBef>
                <a:spcPts val="509"/>
              </a:spcBef>
            </a:pPr>
            <a:r>
              <a:rPr dirty="0" sz="2250" spc="50">
                <a:latin typeface="Lucida Sans Unicode"/>
                <a:cs typeface="Lucida Sans Unicode"/>
              </a:rPr>
              <a:t>New</a:t>
            </a:r>
            <a:r>
              <a:rPr dirty="0" sz="2250" spc="-7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customers</a:t>
            </a:r>
            <a:r>
              <a:rPr dirty="0" sz="2250" spc="-7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can</a:t>
            </a:r>
            <a:r>
              <a:rPr dirty="0" sz="2250" spc="-7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create</a:t>
            </a:r>
            <a:r>
              <a:rPr dirty="0" sz="2250" spc="-7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an</a:t>
            </a:r>
            <a:r>
              <a:rPr dirty="0" sz="2250" spc="-70">
                <a:latin typeface="Lucida Sans Unicode"/>
                <a:cs typeface="Lucida Sans Unicode"/>
              </a:rPr>
              <a:t> </a:t>
            </a:r>
            <a:r>
              <a:rPr dirty="0" sz="2250" spc="45">
                <a:latin typeface="Lucida Sans Unicode"/>
                <a:cs typeface="Lucida Sans Unicode"/>
              </a:rPr>
              <a:t>account</a:t>
            </a:r>
            <a:r>
              <a:rPr dirty="0" sz="2250" spc="-70">
                <a:latin typeface="Lucida Sans Unicode"/>
                <a:cs typeface="Lucida Sans Unicode"/>
              </a:rPr>
              <a:t> </a:t>
            </a:r>
            <a:r>
              <a:rPr dirty="0" sz="2250" spc="65">
                <a:latin typeface="Lucida Sans Unicode"/>
                <a:cs typeface="Lucida Sans Unicode"/>
              </a:rPr>
              <a:t>by</a:t>
            </a:r>
            <a:r>
              <a:rPr dirty="0" sz="2250" spc="-7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providing</a:t>
            </a:r>
            <a:r>
              <a:rPr dirty="0" sz="2250" spc="-7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their</a:t>
            </a:r>
            <a:r>
              <a:rPr dirty="0" sz="2250" spc="-7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details.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594" y="2128386"/>
            <a:ext cx="12677774" cy="5905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3471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500"/>
              </a:spcBef>
            </a:pPr>
            <a:r>
              <a:rPr dirty="0" sz="2600" spc="310">
                <a:latin typeface="Segoe UI Symbol"/>
                <a:cs typeface="Segoe UI Symbol"/>
              </a:rPr>
              <a:t>✅</a:t>
            </a:r>
            <a:r>
              <a:rPr dirty="0" sz="2600" spc="-240">
                <a:latin typeface="Segoe UI Symbol"/>
                <a:cs typeface="Segoe UI Symbol"/>
              </a:rPr>
              <a:t> </a:t>
            </a:r>
            <a:r>
              <a:rPr dirty="0" sz="2250" spc="-135"/>
              <a:t>Customer</a:t>
            </a:r>
            <a:r>
              <a:rPr dirty="0" sz="2250" spc="-170"/>
              <a:t> </a:t>
            </a:r>
            <a:r>
              <a:rPr dirty="0" sz="2250" spc="-20"/>
              <a:t>Login</a:t>
            </a:r>
            <a:endParaRPr sz="2250">
              <a:latin typeface="Segoe UI Symbol"/>
              <a:cs typeface="Segoe UI Symbol"/>
            </a:endParaRPr>
          </a:p>
          <a:p>
            <a:pPr marL="680085">
              <a:lnSpc>
                <a:spcPct val="100000"/>
              </a:lnSpc>
              <a:spcBef>
                <a:spcPts val="380"/>
              </a:spcBef>
            </a:pPr>
            <a:r>
              <a:rPr dirty="0" sz="2250">
                <a:latin typeface="Lucida Sans Unicode"/>
                <a:cs typeface="Lucida Sans Unicode"/>
              </a:rPr>
              <a:t>Registered</a:t>
            </a:r>
            <a:r>
              <a:rPr dirty="0" sz="2250" spc="-10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customers</a:t>
            </a:r>
            <a:r>
              <a:rPr dirty="0" sz="2250" spc="-9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can</a:t>
            </a:r>
            <a:r>
              <a:rPr dirty="0" sz="2250" spc="-95">
                <a:latin typeface="Lucida Sans Unicode"/>
                <a:cs typeface="Lucida Sans Unicode"/>
              </a:rPr>
              <a:t> </a:t>
            </a:r>
            <a:r>
              <a:rPr dirty="0" sz="2250" spc="-55">
                <a:latin typeface="Lucida Sans Unicode"/>
                <a:cs typeface="Lucida Sans Unicode"/>
              </a:rPr>
              <a:t>log</a:t>
            </a:r>
            <a:r>
              <a:rPr dirty="0" sz="2250" spc="-95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in</a:t>
            </a:r>
            <a:r>
              <a:rPr dirty="0" sz="2250" spc="-95">
                <a:latin typeface="Lucida Sans Unicode"/>
                <a:cs typeface="Lucida Sans Unicode"/>
              </a:rPr>
              <a:t> </a:t>
            </a:r>
            <a:r>
              <a:rPr dirty="0" sz="2250" spc="-50">
                <a:latin typeface="Lucida Sans Unicode"/>
                <a:cs typeface="Lucida Sans Unicode"/>
              </a:rPr>
              <a:t>using</a:t>
            </a:r>
            <a:r>
              <a:rPr dirty="0" sz="2250" spc="-9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their</a:t>
            </a:r>
            <a:r>
              <a:rPr dirty="0" sz="2250" spc="-9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email</a:t>
            </a:r>
            <a:r>
              <a:rPr dirty="0" sz="2250" spc="-9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and</a:t>
            </a:r>
            <a:r>
              <a:rPr dirty="0" sz="2250" spc="-9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password.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4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2699" y="1940495"/>
            <a:ext cx="13154024" cy="54197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344805">
              <a:lnSpc>
                <a:spcPct val="100000"/>
              </a:lnSpc>
              <a:spcBef>
                <a:spcPts val="695"/>
              </a:spcBef>
            </a:pPr>
            <a:r>
              <a:rPr dirty="0" sz="2800" spc="360">
                <a:latin typeface="Segoe UI Symbol"/>
                <a:cs typeface="Segoe UI Symbol"/>
              </a:rPr>
              <a:t>✅</a:t>
            </a:r>
            <a:r>
              <a:rPr dirty="0" sz="2800" spc="-265">
                <a:latin typeface="Segoe UI Symbol"/>
                <a:cs typeface="Segoe UI Symbol"/>
              </a:rPr>
              <a:t> </a:t>
            </a:r>
            <a:r>
              <a:rPr dirty="0" sz="2450" spc="-145"/>
              <a:t>Vendor</a:t>
            </a:r>
            <a:r>
              <a:rPr dirty="0" sz="2450" spc="-204"/>
              <a:t> </a:t>
            </a:r>
            <a:r>
              <a:rPr dirty="0" sz="2450" spc="-70"/>
              <a:t>Registration</a:t>
            </a:r>
            <a:endParaRPr sz="2450">
              <a:latin typeface="Segoe UI Symbol"/>
              <a:cs typeface="Segoe UI Symbol"/>
            </a:endParaRPr>
          </a:p>
          <a:p>
            <a:pPr marL="744220">
              <a:lnSpc>
                <a:spcPct val="100000"/>
              </a:lnSpc>
              <a:spcBef>
                <a:spcPts val="490"/>
              </a:spcBef>
            </a:pPr>
            <a:r>
              <a:rPr dirty="0" sz="2250">
                <a:latin typeface="Lucida Sans Unicode"/>
                <a:cs typeface="Lucida Sans Unicode"/>
              </a:rPr>
              <a:t>Vendors</a:t>
            </a:r>
            <a:r>
              <a:rPr dirty="0" sz="2250" spc="-6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can</a:t>
            </a:r>
            <a:r>
              <a:rPr dirty="0" sz="2250" spc="-7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register</a:t>
            </a:r>
            <a:r>
              <a:rPr dirty="0" sz="2250" spc="-6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to</a:t>
            </a:r>
            <a:r>
              <a:rPr dirty="0" sz="2250" spc="-6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sell</a:t>
            </a:r>
            <a:r>
              <a:rPr dirty="0" sz="2250" spc="-6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their</a:t>
            </a:r>
            <a:r>
              <a:rPr dirty="0" sz="2250" spc="-6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products</a:t>
            </a:r>
            <a:r>
              <a:rPr dirty="0" sz="2250" spc="-6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on</a:t>
            </a:r>
            <a:r>
              <a:rPr dirty="0" sz="2250" spc="-6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the</a:t>
            </a:r>
            <a:r>
              <a:rPr dirty="0" sz="2250" spc="-6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platform.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487" y="1813219"/>
            <a:ext cx="12296774" cy="55721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7586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755"/>
              </a:spcBef>
            </a:pPr>
            <a:r>
              <a:rPr dirty="0" sz="3050" spc="395">
                <a:latin typeface="Segoe UI Symbol"/>
                <a:cs typeface="Segoe UI Symbol"/>
              </a:rPr>
              <a:t>✅</a:t>
            </a:r>
            <a:r>
              <a:rPr dirty="0" sz="3050" spc="-300">
                <a:latin typeface="Segoe UI Symbol"/>
                <a:cs typeface="Segoe UI Symbol"/>
              </a:rPr>
              <a:t> </a:t>
            </a:r>
            <a:r>
              <a:rPr dirty="0" sz="2650" spc="-145"/>
              <a:t>Vendor</a:t>
            </a:r>
            <a:r>
              <a:rPr dirty="0" sz="2650" spc="-235"/>
              <a:t> </a:t>
            </a:r>
            <a:r>
              <a:rPr dirty="0" sz="2650" spc="-20"/>
              <a:t>Login</a:t>
            </a:r>
            <a:endParaRPr sz="2650">
              <a:latin typeface="Segoe UI Symbol"/>
              <a:cs typeface="Segoe UI Symbol"/>
            </a:endParaRPr>
          </a:p>
          <a:p>
            <a:pPr marL="162560">
              <a:lnSpc>
                <a:spcPct val="100000"/>
              </a:lnSpc>
              <a:spcBef>
                <a:spcPts val="515"/>
              </a:spcBef>
            </a:pPr>
            <a:r>
              <a:rPr dirty="0" sz="2250">
                <a:latin typeface="Lucida Sans Unicode"/>
                <a:cs typeface="Lucida Sans Unicode"/>
              </a:rPr>
              <a:t>Registered</a:t>
            </a:r>
            <a:r>
              <a:rPr dirty="0" sz="2250" spc="-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vendors</a:t>
            </a:r>
            <a:r>
              <a:rPr dirty="0" sz="2250" spc="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can</a:t>
            </a:r>
            <a:r>
              <a:rPr dirty="0" sz="2250" spc="-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securely</a:t>
            </a:r>
            <a:r>
              <a:rPr dirty="0" sz="2250" spc="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access</a:t>
            </a:r>
            <a:r>
              <a:rPr dirty="0" sz="2250" spc="-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the Vendor </a:t>
            </a:r>
            <a:r>
              <a:rPr dirty="0" sz="2250" spc="-10">
                <a:latin typeface="Lucida Sans Unicode"/>
                <a:cs typeface="Lucida Sans Unicode"/>
              </a:rPr>
              <a:t>Dashboard</a:t>
            </a:r>
            <a:r>
              <a:rPr dirty="0" sz="2250" spc="-10"/>
              <a:t>.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7187" y="1349535"/>
            <a:ext cx="11820524" cy="52578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2568" rIns="0" bIns="0" rtlCol="0" vert="horz">
            <a:spAutoFit/>
          </a:bodyPr>
          <a:lstStyle/>
          <a:p>
            <a:pPr marL="207645">
              <a:lnSpc>
                <a:spcPct val="100000"/>
              </a:lnSpc>
              <a:spcBef>
                <a:spcPts val="750"/>
              </a:spcBef>
            </a:pPr>
            <a:r>
              <a:rPr dirty="0" sz="2950" spc="350">
                <a:latin typeface="Segoe UI Symbol"/>
                <a:cs typeface="Segoe UI Symbol"/>
              </a:rPr>
              <a:t>✅</a:t>
            </a:r>
            <a:r>
              <a:rPr dirty="0" sz="2950" spc="-285">
                <a:latin typeface="Segoe UI Symbol"/>
                <a:cs typeface="Segoe UI Symbol"/>
              </a:rPr>
              <a:t> </a:t>
            </a:r>
            <a:r>
              <a:rPr dirty="0" spc="-155"/>
              <a:t>Logout</a:t>
            </a:r>
            <a:r>
              <a:rPr dirty="0" spc="-210"/>
              <a:t> </a:t>
            </a:r>
            <a:r>
              <a:rPr dirty="0" spc="-50"/>
              <a:t>Functionality</a:t>
            </a:r>
            <a:endParaRPr sz="2950">
              <a:latin typeface="Segoe UI Symbol"/>
              <a:cs typeface="Segoe UI Symbol"/>
            </a:endParaRPr>
          </a:p>
          <a:p>
            <a:pPr marL="928369">
              <a:lnSpc>
                <a:spcPct val="100000"/>
              </a:lnSpc>
              <a:spcBef>
                <a:spcPts val="535"/>
              </a:spcBef>
            </a:pPr>
            <a:r>
              <a:rPr dirty="0" sz="2250">
                <a:latin typeface="Lucida Sans Unicode"/>
                <a:cs typeface="Lucida Sans Unicode"/>
              </a:rPr>
              <a:t>Users</a:t>
            </a:r>
            <a:r>
              <a:rPr dirty="0" sz="2250" spc="-4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can</a:t>
            </a:r>
            <a:r>
              <a:rPr dirty="0" sz="2250" spc="-4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securely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 spc="-55">
                <a:latin typeface="Lucida Sans Unicode"/>
                <a:cs typeface="Lucida Sans Unicode"/>
              </a:rPr>
              <a:t>log</a:t>
            </a:r>
            <a:r>
              <a:rPr dirty="0" sz="2250" spc="-4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out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from</a:t>
            </a:r>
            <a:r>
              <a:rPr dirty="0" sz="2250" spc="-4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the</a:t>
            </a:r>
            <a:r>
              <a:rPr dirty="0" sz="2250" spc="-4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application</a:t>
            </a:r>
            <a:r>
              <a:rPr dirty="0" sz="2250" spc="-10"/>
              <a:t>.</a:t>
            </a:r>
            <a:endParaRPr sz="225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6782" y="7109857"/>
            <a:ext cx="11145520" cy="123761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550"/>
              </a:spcBef>
            </a:pPr>
            <a:r>
              <a:rPr dirty="0" sz="2750" spc="330">
                <a:latin typeface="Segoe UI Symbol"/>
                <a:cs typeface="Segoe UI Symbol"/>
              </a:rPr>
              <a:t>✅</a:t>
            </a:r>
            <a:r>
              <a:rPr dirty="0" sz="2750" spc="-250">
                <a:latin typeface="Segoe UI Symbol"/>
                <a:cs typeface="Segoe UI Symbol"/>
              </a:rPr>
              <a:t> </a:t>
            </a:r>
            <a:r>
              <a:rPr dirty="0" sz="2400" spc="-155">
                <a:latin typeface="Arial Black"/>
                <a:cs typeface="Arial Black"/>
              </a:rPr>
              <a:t>Protected</a:t>
            </a:r>
            <a:r>
              <a:rPr dirty="0" sz="2400" spc="-185">
                <a:latin typeface="Arial Black"/>
                <a:cs typeface="Arial Black"/>
              </a:rPr>
              <a:t> </a:t>
            </a:r>
            <a:r>
              <a:rPr dirty="0" sz="2400" spc="-10">
                <a:latin typeface="Arial Black"/>
                <a:cs typeface="Arial Black"/>
              </a:rPr>
              <a:t>Routes</a:t>
            </a:r>
            <a:endParaRPr sz="2400">
              <a:latin typeface="Arial Black"/>
              <a:cs typeface="Arial Black"/>
            </a:endParaRPr>
          </a:p>
          <a:p>
            <a:pPr marL="311150" marR="5080" indent="-299085">
              <a:lnSpc>
                <a:spcPts val="2930"/>
              </a:lnSpc>
              <a:spcBef>
                <a:spcPts val="35"/>
              </a:spcBef>
            </a:pPr>
            <a:r>
              <a:rPr dirty="0" sz="2100" spc="-10">
                <a:latin typeface="Lucida Sans Unicode"/>
                <a:cs typeface="Lucida Sans Unicode"/>
              </a:rPr>
              <a:t>Unauthorized</a:t>
            </a:r>
            <a:r>
              <a:rPr dirty="0" sz="2100" spc="-75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users</a:t>
            </a:r>
            <a:r>
              <a:rPr dirty="0" sz="2100" spc="-7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cannot</a:t>
            </a:r>
            <a:r>
              <a:rPr dirty="0" sz="2100" spc="-7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access</a:t>
            </a:r>
            <a:r>
              <a:rPr dirty="0" sz="2100" spc="-7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restricted</a:t>
            </a:r>
            <a:r>
              <a:rPr dirty="0" sz="2100" spc="-75">
                <a:latin typeface="Lucida Sans Unicode"/>
                <a:cs typeface="Lucida Sans Unicode"/>
              </a:rPr>
              <a:t> </a:t>
            </a:r>
            <a:r>
              <a:rPr dirty="0" sz="2100" spc="-40">
                <a:latin typeface="Lucida Sans Unicode"/>
                <a:cs typeface="Lucida Sans Unicode"/>
              </a:rPr>
              <a:t>pages</a:t>
            </a:r>
            <a:r>
              <a:rPr dirty="0" sz="2100" spc="-75">
                <a:latin typeface="Lucida Sans Unicode"/>
                <a:cs typeface="Lucida Sans Unicode"/>
              </a:rPr>
              <a:t> </a:t>
            </a:r>
            <a:r>
              <a:rPr dirty="0" sz="2100">
                <a:latin typeface="Lucida Sans Unicode"/>
                <a:cs typeface="Lucida Sans Unicode"/>
              </a:rPr>
              <a:t>such</a:t>
            </a:r>
            <a:r>
              <a:rPr dirty="0" sz="2100" spc="-75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as</a:t>
            </a:r>
            <a:r>
              <a:rPr dirty="0" sz="2100" spc="-75">
                <a:latin typeface="Lucida Sans Unicode"/>
                <a:cs typeface="Lucida Sans Unicode"/>
              </a:rPr>
              <a:t> </a:t>
            </a:r>
            <a:r>
              <a:rPr dirty="0" sz="2100" spc="-20">
                <a:latin typeface="Lucida Sans Unicode"/>
                <a:cs typeface="Lucida Sans Unicode"/>
              </a:rPr>
              <a:t>Cart,Checkout,</a:t>
            </a:r>
            <a:r>
              <a:rPr dirty="0" sz="2100" spc="-75">
                <a:latin typeface="Lucida Sans Unicode"/>
                <a:cs typeface="Lucida Sans Unicode"/>
              </a:rPr>
              <a:t> </a:t>
            </a:r>
            <a:r>
              <a:rPr dirty="0" sz="2100" spc="-30">
                <a:latin typeface="Lucida Sans Unicode"/>
                <a:cs typeface="Lucida Sans Unicode"/>
              </a:rPr>
              <a:t>Orders,</a:t>
            </a:r>
            <a:r>
              <a:rPr dirty="0" sz="2100" spc="-70">
                <a:latin typeface="Lucida Sans Unicode"/>
                <a:cs typeface="Lucida Sans Unicode"/>
              </a:rPr>
              <a:t> </a:t>
            </a:r>
            <a:r>
              <a:rPr dirty="0" sz="2100" spc="-25">
                <a:latin typeface="Lucida Sans Unicode"/>
                <a:cs typeface="Lucida Sans Unicode"/>
              </a:rPr>
              <a:t>and </a:t>
            </a:r>
            <a:r>
              <a:rPr dirty="0" sz="2100" spc="-10">
                <a:latin typeface="Lucida Sans Unicode"/>
                <a:cs typeface="Lucida Sans Unicode"/>
              </a:rPr>
              <a:t>Vendor</a:t>
            </a:r>
            <a:r>
              <a:rPr dirty="0" sz="2100" spc="-110">
                <a:latin typeface="Lucida Sans Unicode"/>
                <a:cs typeface="Lucida Sans Unicode"/>
              </a:rPr>
              <a:t> </a:t>
            </a:r>
            <a:r>
              <a:rPr dirty="0" sz="2100" spc="-10">
                <a:latin typeface="Lucida Sans Unicode"/>
                <a:cs typeface="Lucida Sans Unicode"/>
              </a:rPr>
              <a:t>Dashboard.</a:t>
            </a:r>
            <a:endParaRPr sz="2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91374" y="2392984"/>
            <a:ext cx="2581274" cy="3905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46021" y="2115785"/>
            <a:ext cx="5000624" cy="60578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54530" y="26942"/>
            <a:ext cx="2952115" cy="4946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050" spc="-180"/>
              <a:t>Vendor</a:t>
            </a:r>
            <a:r>
              <a:rPr dirty="0" sz="3050" spc="-260"/>
              <a:t> </a:t>
            </a:r>
            <a:r>
              <a:rPr dirty="0" sz="3050" spc="-90"/>
              <a:t>Module</a:t>
            </a:r>
            <a:endParaRPr sz="3050"/>
          </a:p>
        </p:txBody>
      </p:sp>
      <p:sp>
        <p:nvSpPr>
          <p:cNvPr id="5" name="object 5"/>
          <p:cNvSpPr txBox="1"/>
          <p:nvPr/>
        </p:nvSpPr>
        <p:spPr>
          <a:xfrm>
            <a:off x="554530" y="526358"/>
            <a:ext cx="14920594" cy="592772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473709">
              <a:lnSpc>
                <a:spcPct val="100000"/>
              </a:lnSpc>
              <a:spcBef>
                <a:spcPts val="1180"/>
              </a:spcBef>
            </a:pPr>
            <a:r>
              <a:rPr dirty="0" sz="2250" spc="-20">
                <a:latin typeface="Lucida Sans Unicode"/>
                <a:cs typeface="Lucida Sans Unicode"/>
              </a:rPr>
              <a:t>The</a:t>
            </a:r>
            <a:r>
              <a:rPr dirty="0" sz="2250" spc="-4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Vendor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Module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allows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vendors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to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 spc="-25">
                <a:latin typeface="Lucida Sans Unicode"/>
                <a:cs typeface="Lucida Sans Unicode"/>
              </a:rPr>
              <a:t>manage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their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products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efficiently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through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the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Vendor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Dashboard.</a:t>
            </a:r>
            <a:endParaRPr sz="2250">
              <a:latin typeface="Lucida Sans Unicode"/>
              <a:cs typeface="Lucida Sans Unicode"/>
            </a:endParaRPr>
          </a:p>
          <a:p>
            <a:pPr marL="121920">
              <a:lnSpc>
                <a:spcPct val="100000"/>
              </a:lnSpc>
              <a:spcBef>
                <a:spcPts val="1320"/>
              </a:spcBef>
            </a:pPr>
            <a:r>
              <a:rPr dirty="0" sz="2750" spc="-95">
                <a:latin typeface="Arial Black"/>
                <a:cs typeface="Arial Black"/>
              </a:rPr>
              <a:t>Features:</a:t>
            </a:r>
            <a:endParaRPr sz="2750">
              <a:latin typeface="Arial Black"/>
              <a:cs typeface="Arial Black"/>
            </a:endParaRPr>
          </a:p>
          <a:p>
            <a:pPr marL="398780">
              <a:lnSpc>
                <a:spcPct val="100000"/>
              </a:lnSpc>
              <a:spcBef>
                <a:spcPts val="100"/>
              </a:spcBef>
            </a:pPr>
            <a:r>
              <a:rPr dirty="0" sz="2350" spc="305">
                <a:latin typeface="Segoe UI Symbol"/>
                <a:cs typeface="Segoe UI Symbol"/>
              </a:rPr>
              <a:t>✅</a:t>
            </a:r>
            <a:r>
              <a:rPr dirty="0" sz="2350" spc="-204">
                <a:latin typeface="Segoe UI Symbol"/>
                <a:cs typeface="Segoe UI Symbol"/>
              </a:rPr>
              <a:t> </a:t>
            </a:r>
            <a:r>
              <a:rPr dirty="0" sz="2050">
                <a:latin typeface="Lucida Sans Unicode"/>
                <a:cs typeface="Lucida Sans Unicode"/>
              </a:rPr>
              <a:t>Vendor</a:t>
            </a:r>
            <a:r>
              <a:rPr dirty="0" sz="2050" spc="-95">
                <a:latin typeface="Lucida Sans Unicode"/>
                <a:cs typeface="Lucida Sans Unicode"/>
              </a:rPr>
              <a:t> </a:t>
            </a:r>
            <a:r>
              <a:rPr dirty="0" sz="2050" spc="-10">
                <a:latin typeface="Lucida Sans Unicode"/>
                <a:cs typeface="Lucida Sans Unicode"/>
              </a:rPr>
              <a:t>Registration</a:t>
            </a:r>
            <a:r>
              <a:rPr dirty="0" sz="2050" spc="-9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Lucida Sans Unicode"/>
                <a:cs typeface="Lucida Sans Unicode"/>
              </a:rPr>
              <a:t>and</a:t>
            </a:r>
            <a:r>
              <a:rPr dirty="0" sz="2050" spc="-95">
                <a:latin typeface="Lucida Sans Unicode"/>
                <a:cs typeface="Lucida Sans Unicode"/>
              </a:rPr>
              <a:t> </a:t>
            </a:r>
            <a:r>
              <a:rPr dirty="0" sz="2050" spc="-10">
                <a:latin typeface="Lucida Sans Unicode"/>
                <a:cs typeface="Lucida Sans Unicode"/>
              </a:rPr>
              <a:t>Login</a:t>
            </a:r>
            <a:endParaRPr sz="2050">
              <a:latin typeface="Lucida Sans Unicode"/>
              <a:cs typeface="Lucida Sans Unicode"/>
            </a:endParaRPr>
          </a:p>
          <a:p>
            <a:pPr marL="414655">
              <a:lnSpc>
                <a:spcPct val="100000"/>
              </a:lnSpc>
              <a:spcBef>
                <a:spcPts val="30"/>
              </a:spcBef>
            </a:pPr>
            <a:r>
              <a:rPr dirty="0" sz="2350" spc="305">
                <a:latin typeface="Segoe UI Symbol"/>
                <a:cs typeface="Segoe UI Symbol"/>
              </a:rPr>
              <a:t>✅</a:t>
            </a:r>
            <a:r>
              <a:rPr dirty="0" sz="2350" spc="-170">
                <a:latin typeface="Segoe UI Symbol"/>
                <a:cs typeface="Segoe UI Symbol"/>
              </a:rPr>
              <a:t> </a:t>
            </a:r>
            <a:r>
              <a:rPr dirty="0" sz="2050">
                <a:latin typeface="Lucida Sans Unicode"/>
                <a:cs typeface="Lucida Sans Unicode"/>
              </a:rPr>
              <a:t>Add</a:t>
            </a:r>
            <a:r>
              <a:rPr dirty="0" sz="2050" spc="-80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Lucida Sans Unicode"/>
                <a:cs typeface="Lucida Sans Unicode"/>
              </a:rPr>
              <a:t>New</a:t>
            </a:r>
            <a:r>
              <a:rPr dirty="0" sz="2050" spc="-80">
                <a:latin typeface="Lucida Sans Unicode"/>
                <a:cs typeface="Lucida Sans Unicode"/>
              </a:rPr>
              <a:t> </a:t>
            </a:r>
            <a:r>
              <a:rPr dirty="0" sz="2050" spc="-10">
                <a:latin typeface="Lucida Sans Unicode"/>
                <a:cs typeface="Lucida Sans Unicode"/>
              </a:rPr>
              <a:t>Products</a:t>
            </a:r>
            <a:endParaRPr sz="2050">
              <a:latin typeface="Lucida Sans Unicode"/>
              <a:cs typeface="Lucida Sans Unicode"/>
            </a:endParaRPr>
          </a:p>
          <a:p>
            <a:pPr marL="446405">
              <a:lnSpc>
                <a:spcPct val="100000"/>
              </a:lnSpc>
              <a:spcBef>
                <a:spcPts val="30"/>
              </a:spcBef>
            </a:pPr>
            <a:r>
              <a:rPr dirty="0" sz="2350" spc="305">
                <a:latin typeface="Segoe UI Symbol"/>
                <a:cs typeface="Segoe UI Symbol"/>
              </a:rPr>
              <a:t>✅</a:t>
            </a:r>
            <a:r>
              <a:rPr dirty="0" sz="2350" spc="-130">
                <a:latin typeface="Segoe UI Symbol"/>
                <a:cs typeface="Segoe UI Symbol"/>
              </a:rPr>
              <a:t> </a:t>
            </a:r>
            <a:r>
              <a:rPr dirty="0" sz="2050">
                <a:latin typeface="Lucida Sans Unicode"/>
                <a:cs typeface="Lucida Sans Unicode"/>
              </a:rPr>
              <a:t>Update</a:t>
            </a:r>
            <a:r>
              <a:rPr dirty="0" sz="2050" spc="-35">
                <a:latin typeface="Lucida Sans Unicode"/>
                <a:cs typeface="Lucida Sans Unicode"/>
              </a:rPr>
              <a:t> </a:t>
            </a:r>
            <a:r>
              <a:rPr dirty="0" sz="2050" spc="-40">
                <a:latin typeface="Lucida Sans Unicode"/>
                <a:cs typeface="Lucida Sans Unicode"/>
              </a:rPr>
              <a:t>Existing</a:t>
            </a:r>
            <a:r>
              <a:rPr dirty="0" sz="2050" spc="-30">
                <a:latin typeface="Lucida Sans Unicode"/>
                <a:cs typeface="Lucida Sans Unicode"/>
              </a:rPr>
              <a:t> </a:t>
            </a:r>
            <a:r>
              <a:rPr dirty="0" sz="2050" spc="-10">
                <a:latin typeface="Lucida Sans Unicode"/>
                <a:cs typeface="Lucida Sans Unicode"/>
              </a:rPr>
              <a:t>Products</a:t>
            </a:r>
            <a:endParaRPr sz="2050">
              <a:latin typeface="Lucida Sans Unicode"/>
              <a:cs typeface="Lucida Sans Unicode"/>
            </a:endParaRPr>
          </a:p>
          <a:p>
            <a:pPr marL="436880">
              <a:lnSpc>
                <a:spcPct val="100000"/>
              </a:lnSpc>
              <a:spcBef>
                <a:spcPts val="30"/>
              </a:spcBef>
            </a:pPr>
            <a:r>
              <a:rPr dirty="0" sz="2350" spc="305">
                <a:latin typeface="Segoe UI Symbol"/>
                <a:cs typeface="Segoe UI Symbol"/>
              </a:rPr>
              <a:t>✅</a:t>
            </a:r>
            <a:r>
              <a:rPr dirty="0" sz="2350" spc="-114">
                <a:latin typeface="Segoe UI Symbol"/>
                <a:cs typeface="Segoe UI Symbol"/>
              </a:rPr>
              <a:t> </a:t>
            </a:r>
            <a:r>
              <a:rPr dirty="0" sz="2050">
                <a:latin typeface="Lucida Sans Unicode"/>
                <a:cs typeface="Lucida Sans Unicode"/>
              </a:rPr>
              <a:t>Delete</a:t>
            </a:r>
            <a:r>
              <a:rPr dirty="0" sz="2050" spc="-20">
                <a:latin typeface="Lucida Sans Unicode"/>
                <a:cs typeface="Lucida Sans Unicode"/>
              </a:rPr>
              <a:t> </a:t>
            </a:r>
            <a:r>
              <a:rPr dirty="0" sz="2050" spc="-10">
                <a:latin typeface="Lucida Sans Unicode"/>
                <a:cs typeface="Lucida Sans Unicode"/>
              </a:rPr>
              <a:t>Products</a:t>
            </a:r>
            <a:endParaRPr sz="2050">
              <a:latin typeface="Lucida Sans Unicode"/>
              <a:cs typeface="Lucida Sans Unicode"/>
            </a:endParaRPr>
          </a:p>
          <a:p>
            <a:pPr marL="466090">
              <a:lnSpc>
                <a:spcPct val="100000"/>
              </a:lnSpc>
              <a:spcBef>
                <a:spcPts val="30"/>
              </a:spcBef>
            </a:pPr>
            <a:r>
              <a:rPr dirty="0" sz="2350" spc="305">
                <a:latin typeface="Segoe UI Symbol"/>
                <a:cs typeface="Segoe UI Symbol"/>
              </a:rPr>
              <a:t>✅</a:t>
            </a:r>
            <a:r>
              <a:rPr dirty="0" sz="2350" spc="-160">
                <a:latin typeface="Segoe UI Symbol"/>
                <a:cs typeface="Segoe UI Symbol"/>
              </a:rPr>
              <a:t> </a:t>
            </a:r>
            <a:r>
              <a:rPr dirty="0" sz="2050">
                <a:latin typeface="Lucida Sans Unicode"/>
                <a:cs typeface="Lucida Sans Unicode"/>
              </a:rPr>
              <a:t>Upload</a:t>
            </a:r>
            <a:r>
              <a:rPr dirty="0" sz="2050" spc="-70">
                <a:latin typeface="Lucida Sans Unicode"/>
                <a:cs typeface="Lucida Sans Unicode"/>
              </a:rPr>
              <a:t> </a:t>
            </a:r>
            <a:r>
              <a:rPr dirty="0" sz="2050" spc="50">
                <a:latin typeface="Lucida Sans Unicode"/>
                <a:cs typeface="Lucida Sans Unicode"/>
              </a:rPr>
              <a:t>Product</a:t>
            </a:r>
            <a:r>
              <a:rPr dirty="0" sz="2050" spc="-70">
                <a:latin typeface="Lucida Sans Unicode"/>
                <a:cs typeface="Lucida Sans Unicode"/>
              </a:rPr>
              <a:t> </a:t>
            </a:r>
            <a:r>
              <a:rPr dirty="0" sz="2050" spc="-10">
                <a:latin typeface="Lucida Sans Unicode"/>
                <a:cs typeface="Lucida Sans Unicode"/>
              </a:rPr>
              <a:t>Images</a:t>
            </a:r>
            <a:endParaRPr sz="2050">
              <a:latin typeface="Lucida Sans Unicode"/>
              <a:cs typeface="Lucida Sans Unicode"/>
            </a:endParaRPr>
          </a:p>
          <a:p>
            <a:pPr marL="480695">
              <a:lnSpc>
                <a:spcPct val="100000"/>
              </a:lnSpc>
              <a:spcBef>
                <a:spcPts val="30"/>
              </a:spcBef>
            </a:pPr>
            <a:r>
              <a:rPr dirty="0" sz="2350" spc="305">
                <a:latin typeface="Segoe UI Symbol"/>
                <a:cs typeface="Segoe UI Symbol"/>
              </a:rPr>
              <a:t>✅</a:t>
            </a:r>
            <a:r>
              <a:rPr dirty="0" sz="2350" spc="-220">
                <a:latin typeface="Segoe UI Symbol"/>
                <a:cs typeface="Segoe UI Symbol"/>
              </a:rPr>
              <a:t> </a:t>
            </a:r>
            <a:r>
              <a:rPr dirty="0" sz="2050">
                <a:latin typeface="Lucida Sans Unicode"/>
                <a:cs typeface="Lucida Sans Unicode"/>
              </a:rPr>
              <a:t>Manage</a:t>
            </a:r>
            <a:r>
              <a:rPr dirty="0" sz="2050" spc="-140">
                <a:latin typeface="Lucida Sans Unicode"/>
                <a:cs typeface="Lucida Sans Unicode"/>
              </a:rPr>
              <a:t> </a:t>
            </a:r>
            <a:r>
              <a:rPr dirty="0" sz="2050" spc="50">
                <a:latin typeface="Lucida Sans Unicode"/>
                <a:cs typeface="Lucida Sans Unicode"/>
              </a:rPr>
              <a:t>Product</a:t>
            </a:r>
            <a:r>
              <a:rPr dirty="0" sz="2050" spc="-140">
                <a:latin typeface="Lucida Sans Unicode"/>
                <a:cs typeface="Lucida Sans Unicode"/>
              </a:rPr>
              <a:t> </a:t>
            </a:r>
            <a:r>
              <a:rPr dirty="0" sz="2050" spc="-10">
                <a:latin typeface="Lucida Sans Unicode"/>
                <a:cs typeface="Lucida Sans Unicode"/>
              </a:rPr>
              <a:t>Information</a:t>
            </a:r>
            <a:endParaRPr sz="20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20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650" spc="-155">
                <a:latin typeface="Arial Black"/>
                <a:cs typeface="Arial Black"/>
              </a:rPr>
              <a:t>Vendor</a:t>
            </a:r>
            <a:r>
              <a:rPr dirty="0" sz="2650" spc="-195">
                <a:latin typeface="Arial Black"/>
                <a:cs typeface="Arial Black"/>
              </a:rPr>
              <a:t> </a:t>
            </a:r>
            <a:r>
              <a:rPr dirty="0" sz="2650" spc="-140">
                <a:latin typeface="Arial Black"/>
                <a:cs typeface="Arial Black"/>
              </a:rPr>
              <a:t>Dashboard</a:t>
            </a:r>
            <a:r>
              <a:rPr dirty="0" sz="2650" spc="-190">
                <a:latin typeface="Arial Black"/>
                <a:cs typeface="Arial Black"/>
              </a:rPr>
              <a:t> </a:t>
            </a:r>
            <a:r>
              <a:rPr dirty="0" sz="2650" spc="-50">
                <a:latin typeface="Arial Black"/>
                <a:cs typeface="Arial Black"/>
              </a:rPr>
              <a:t>Functions:</a:t>
            </a:r>
            <a:endParaRPr sz="2650">
              <a:latin typeface="Arial Black"/>
              <a:cs typeface="Arial Black"/>
            </a:endParaRPr>
          </a:p>
          <a:p>
            <a:pPr marL="1208405" indent="-193675">
              <a:lnSpc>
                <a:spcPct val="100000"/>
              </a:lnSpc>
              <a:spcBef>
                <a:spcPts val="1300"/>
              </a:spcBef>
              <a:buChar char="•"/>
              <a:tabLst>
                <a:tab pos="1208405" algn="l"/>
              </a:tabLst>
            </a:pPr>
            <a:r>
              <a:rPr dirty="0" sz="2250">
                <a:latin typeface="Lucida Sans Unicode"/>
                <a:cs typeface="Lucida Sans Unicode"/>
              </a:rPr>
              <a:t>Add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 spc="45">
                <a:latin typeface="Lucida Sans Unicode"/>
                <a:cs typeface="Lucida Sans Unicode"/>
              </a:rPr>
              <a:t>Product</a:t>
            </a:r>
            <a:endParaRPr sz="2250">
              <a:latin typeface="Lucida Sans Unicode"/>
              <a:cs typeface="Lucida Sans Unicode"/>
            </a:endParaRPr>
          </a:p>
          <a:p>
            <a:pPr marL="1212850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1212850" algn="l"/>
              </a:tabLst>
            </a:pPr>
            <a:r>
              <a:rPr dirty="0" sz="2250" spc="55">
                <a:latin typeface="Lucida Sans Unicode"/>
                <a:cs typeface="Lucida Sans Unicode"/>
              </a:rPr>
              <a:t>Edit</a:t>
            </a:r>
            <a:r>
              <a:rPr dirty="0" sz="2250" spc="-155">
                <a:latin typeface="Lucida Sans Unicode"/>
                <a:cs typeface="Lucida Sans Unicode"/>
              </a:rPr>
              <a:t> </a:t>
            </a:r>
            <a:r>
              <a:rPr dirty="0" sz="2250" spc="45">
                <a:latin typeface="Lucida Sans Unicode"/>
                <a:cs typeface="Lucida Sans Unicode"/>
              </a:rPr>
              <a:t>Product</a:t>
            </a:r>
            <a:endParaRPr sz="2250">
              <a:latin typeface="Lucida Sans Unicode"/>
              <a:cs typeface="Lucida Sans Unicode"/>
            </a:endParaRPr>
          </a:p>
          <a:p>
            <a:pPr marL="1208405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1208405" algn="l"/>
              </a:tabLst>
            </a:pPr>
            <a:r>
              <a:rPr dirty="0" sz="2250">
                <a:latin typeface="Lucida Sans Unicode"/>
                <a:cs typeface="Lucida Sans Unicode"/>
              </a:rPr>
              <a:t>Delete</a:t>
            </a:r>
            <a:r>
              <a:rPr dirty="0" sz="2250" spc="90">
                <a:latin typeface="Lucida Sans Unicode"/>
                <a:cs typeface="Lucida Sans Unicode"/>
              </a:rPr>
              <a:t> </a:t>
            </a:r>
            <a:r>
              <a:rPr dirty="0" sz="2250" spc="45">
                <a:latin typeface="Lucida Sans Unicode"/>
                <a:cs typeface="Lucida Sans Unicode"/>
              </a:rPr>
              <a:t>Product</a:t>
            </a:r>
            <a:endParaRPr sz="2250">
              <a:latin typeface="Lucida Sans Unicode"/>
              <a:cs typeface="Lucida Sans Unicode"/>
            </a:endParaRPr>
          </a:p>
          <a:p>
            <a:pPr marL="1228725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1228725" algn="l"/>
              </a:tabLst>
            </a:pPr>
            <a:r>
              <a:rPr dirty="0" sz="2250">
                <a:latin typeface="Lucida Sans Unicode"/>
                <a:cs typeface="Lucida Sans Unicode"/>
              </a:rPr>
              <a:t>View</a:t>
            </a:r>
            <a:r>
              <a:rPr dirty="0" sz="2250" spc="-135">
                <a:latin typeface="Lucida Sans Unicode"/>
                <a:cs typeface="Lucida Sans Unicode"/>
              </a:rPr>
              <a:t> </a:t>
            </a:r>
            <a:r>
              <a:rPr dirty="0" sz="2250" spc="55">
                <a:latin typeface="Lucida Sans Unicode"/>
                <a:cs typeface="Lucida Sans Unicode"/>
              </a:rPr>
              <a:t>Product</a:t>
            </a:r>
            <a:r>
              <a:rPr dirty="0" sz="2250" spc="-135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List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8022" y="2115785"/>
            <a:ext cx="4571999" cy="60578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0319" y="2398150"/>
            <a:ext cx="8124824" cy="40004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2606" y="-28401"/>
            <a:ext cx="332994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 spc="-185"/>
              <a:t>Customer</a:t>
            </a:r>
            <a:r>
              <a:rPr dirty="0" sz="2950" spc="-235"/>
              <a:t> </a:t>
            </a:r>
            <a:r>
              <a:rPr dirty="0" sz="2950" spc="-75"/>
              <a:t>Module</a:t>
            </a:r>
            <a:endParaRPr sz="2950"/>
          </a:p>
        </p:txBody>
      </p:sp>
      <p:sp>
        <p:nvSpPr>
          <p:cNvPr id="5" name="object 5"/>
          <p:cNvSpPr txBox="1"/>
          <p:nvPr/>
        </p:nvSpPr>
        <p:spPr>
          <a:xfrm>
            <a:off x="248632" y="475638"/>
            <a:ext cx="10416540" cy="5316855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1355"/>
              </a:spcBef>
            </a:pPr>
            <a:r>
              <a:rPr dirty="0" sz="2250" spc="-20">
                <a:latin typeface="Lucida Sans Unicode"/>
                <a:cs typeface="Lucida Sans Unicode"/>
              </a:rPr>
              <a:t>The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Customer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Module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provides</a:t>
            </a:r>
            <a:r>
              <a:rPr dirty="0" sz="2250" spc="-8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seamless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 spc="-25">
                <a:latin typeface="Lucida Sans Unicode"/>
                <a:cs typeface="Lucida Sans Unicode"/>
              </a:rPr>
              <a:t>shopping</a:t>
            </a:r>
            <a:r>
              <a:rPr dirty="0" sz="2250" spc="-8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experience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for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users.</a:t>
            </a:r>
            <a:endParaRPr sz="2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2650" spc="-80">
                <a:latin typeface="Arial Black"/>
                <a:cs typeface="Arial Black"/>
              </a:rPr>
              <a:t>Features:</a:t>
            </a:r>
            <a:endParaRPr sz="2650">
              <a:latin typeface="Arial Black"/>
              <a:cs typeface="Arial Black"/>
            </a:endParaRPr>
          </a:p>
          <a:p>
            <a:pPr marL="203835">
              <a:lnSpc>
                <a:spcPct val="100000"/>
              </a:lnSpc>
              <a:spcBef>
                <a:spcPts val="170"/>
              </a:spcBef>
            </a:pPr>
            <a:r>
              <a:rPr dirty="0" sz="2600" spc="310">
                <a:latin typeface="Segoe UI Symbol"/>
                <a:cs typeface="Segoe UI Symbol"/>
              </a:rPr>
              <a:t>✅</a:t>
            </a:r>
            <a:r>
              <a:rPr dirty="0" sz="2600" spc="-200">
                <a:latin typeface="Segoe UI Symbol"/>
                <a:cs typeface="Segoe UI Symbol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Customer</a:t>
            </a:r>
            <a:r>
              <a:rPr dirty="0" sz="2250" spc="-8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Registration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and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Login</a:t>
            </a:r>
            <a:endParaRPr sz="2250">
              <a:latin typeface="Lucida Sans Unicode"/>
              <a:cs typeface="Lucida Sans Unicode"/>
            </a:endParaRPr>
          </a:p>
          <a:p>
            <a:pPr marL="198120">
              <a:lnSpc>
                <a:spcPct val="100000"/>
              </a:lnSpc>
              <a:spcBef>
                <a:spcPts val="30"/>
              </a:spcBef>
            </a:pPr>
            <a:r>
              <a:rPr dirty="0" sz="2600" spc="310">
                <a:latin typeface="Segoe UI Symbol"/>
                <a:cs typeface="Segoe UI Symbol"/>
              </a:rPr>
              <a:t>✅</a:t>
            </a:r>
            <a:r>
              <a:rPr dirty="0" sz="2600" spc="-215">
                <a:latin typeface="Segoe UI Symbol"/>
                <a:cs typeface="Segoe UI Symbol"/>
              </a:rPr>
              <a:t> </a:t>
            </a:r>
            <a:r>
              <a:rPr dirty="0" sz="2250" spc="50">
                <a:latin typeface="Lucida Sans Unicode"/>
                <a:cs typeface="Lucida Sans Unicode"/>
              </a:rPr>
              <a:t>Browse</a:t>
            </a:r>
            <a:r>
              <a:rPr dirty="0" sz="2250" spc="-11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Available</a:t>
            </a:r>
            <a:r>
              <a:rPr dirty="0" sz="2250" spc="-105">
                <a:latin typeface="Lucida Sans Unicode"/>
                <a:cs typeface="Lucida Sans Unicode"/>
              </a:rPr>
              <a:t> </a:t>
            </a:r>
            <a:r>
              <a:rPr dirty="0" sz="2250" spc="35">
                <a:latin typeface="Lucida Sans Unicode"/>
                <a:cs typeface="Lucida Sans Unicode"/>
              </a:rPr>
              <a:t>Products</a:t>
            </a:r>
            <a:endParaRPr sz="2250">
              <a:latin typeface="Lucida Sans Unicode"/>
              <a:cs typeface="Lucida Sans Unicode"/>
            </a:endParaRPr>
          </a:p>
          <a:p>
            <a:pPr marL="231140">
              <a:lnSpc>
                <a:spcPct val="100000"/>
              </a:lnSpc>
              <a:spcBef>
                <a:spcPts val="30"/>
              </a:spcBef>
            </a:pPr>
            <a:r>
              <a:rPr dirty="0" sz="2600" spc="310">
                <a:latin typeface="Segoe UI Symbol"/>
                <a:cs typeface="Segoe UI Symbol"/>
              </a:rPr>
              <a:t>✅</a:t>
            </a:r>
            <a:r>
              <a:rPr dirty="0" sz="2600" spc="-245">
                <a:latin typeface="Segoe UI Symbol"/>
                <a:cs typeface="Segoe UI Symbol"/>
              </a:rPr>
              <a:t> </a:t>
            </a:r>
            <a:r>
              <a:rPr dirty="0" sz="2250" spc="50">
                <a:latin typeface="Lucida Sans Unicode"/>
                <a:cs typeface="Lucida Sans Unicode"/>
              </a:rPr>
              <a:t>Search</a:t>
            </a:r>
            <a:r>
              <a:rPr dirty="0" sz="2250" spc="-150">
                <a:latin typeface="Lucida Sans Unicode"/>
                <a:cs typeface="Lucida Sans Unicode"/>
              </a:rPr>
              <a:t> </a:t>
            </a:r>
            <a:r>
              <a:rPr dirty="0" sz="2250" spc="35">
                <a:latin typeface="Lucida Sans Unicode"/>
                <a:cs typeface="Lucida Sans Unicode"/>
              </a:rPr>
              <a:t>Products</a:t>
            </a:r>
            <a:endParaRPr sz="2250">
              <a:latin typeface="Lucida Sans Unicode"/>
              <a:cs typeface="Lucida Sans Unicode"/>
            </a:endParaRPr>
          </a:p>
          <a:p>
            <a:pPr marL="227965">
              <a:lnSpc>
                <a:spcPct val="100000"/>
              </a:lnSpc>
              <a:spcBef>
                <a:spcPts val="30"/>
              </a:spcBef>
            </a:pPr>
            <a:r>
              <a:rPr dirty="0" sz="2600" spc="310">
                <a:latin typeface="Segoe UI Symbol"/>
                <a:cs typeface="Segoe UI Symbol"/>
              </a:rPr>
              <a:t>✅</a:t>
            </a:r>
            <a:r>
              <a:rPr dirty="0" sz="2600" spc="-220">
                <a:latin typeface="Segoe UI Symbol"/>
                <a:cs typeface="Segoe UI Symbol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Add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 spc="45">
                <a:latin typeface="Lucida Sans Unicode"/>
                <a:cs typeface="Lucida Sans Unicode"/>
              </a:rPr>
              <a:t>Products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to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Cart</a:t>
            </a:r>
            <a:endParaRPr sz="2250">
              <a:latin typeface="Lucida Sans Unicode"/>
              <a:cs typeface="Lucida Sans Unicode"/>
            </a:endParaRPr>
          </a:p>
          <a:p>
            <a:pPr marL="227965">
              <a:lnSpc>
                <a:spcPct val="100000"/>
              </a:lnSpc>
              <a:spcBef>
                <a:spcPts val="30"/>
              </a:spcBef>
            </a:pPr>
            <a:r>
              <a:rPr dirty="0" sz="2600" spc="310">
                <a:latin typeface="Segoe UI Symbol"/>
                <a:cs typeface="Segoe UI Symbol"/>
              </a:rPr>
              <a:t>✅</a:t>
            </a:r>
            <a:r>
              <a:rPr dirty="0" sz="2600" spc="-200">
                <a:latin typeface="Segoe UI Symbol"/>
                <a:cs typeface="Segoe UI Symbol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View</a:t>
            </a:r>
            <a:r>
              <a:rPr dirty="0" sz="2250" spc="-9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Cart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Details</a:t>
            </a:r>
            <a:endParaRPr sz="2250">
              <a:latin typeface="Lucida Sans Unicode"/>
              <a:cs typeface="Lucida Sans Unicode"/>
            </a:endParaRPr>
          </a:p>
          <a:p>
            <a:pPr marL="153670">
              <a:lnSpc>
                <a:spcPct val="100000"/>
              </a:lnSpc>
              <a:spcBef>
                <a:spcPts val="1580"/>
              </a:spcBef>
            </a:pPr>
            <a:r>
              <a:rPr dirty="0" sz="2450" spc="-150">
                <a:latin typeface="Arial Black"/>
                <a:cs typeface="Arial Black"/>
              </a:rPr>
              <a:t>Customer</a:t>
            </a:r>
            <a:r>
              <a:rPr dirty="0" sz="2450" spc="-180">
                <a:latin typeface="Arial Black"/>
                <a:cs typeface="Arial Black"/>
              </a:rPr>
              <a:t> </a:t>
            </a:r>
            <a:r>
              <a:rPr dirty="0" sz="2450" spc="-50">
                <a:latin typeface="Arial Black"/>
                <a:cs typeface="Arial Black"/>
              </a:rPr>
              <a:t>Functions:</a:t>
            </a:r>
            <a:endParaRPr sz="2450">
              <a:latin typeface="Arial Black"/>
              <a:cs typeface="Arial Black"/>
            </a:endParaRPr>
          </a:p>
          <a:p>
            <a:pPr marL="1016000" indent="-193675">
              <a:lnSpc>
                <a:spcPct val="100000"/>
              </a:lnSpc>
              <a:spcBef>
                <a:spcPts val="484"/>
              </a:spcBef>
              <a:buChar char="•"/>
              <a:tabLst>
                <a:tab pos="1016000" algn="l"/>
              </a:tabLst>
            </a:pPr>
            <a:r>
              <a:rPr dirty="0" sz="2250">
                <a:latin typeface="Lucida Sans Unicode"/>
                <a:cs typeface="Lucida Sans Unicode"/>
              </a:rPr>
              <a:t>View</a:t>
            </a:r>
            <a:r>
              <a:rPr dirty="0" sz="2250" spc="-135">
                <a:latin typeface="Lucida Sans Unicode"/>
                <a:cs typeface="Lucida Sans Unicode"/>
              </a:rPr>
              <a:t> </a:t>
            </a:r>
            <a:r>
              <a:rPr dirty="0" sz="2250" spc="35">
                <a:latin typeface="Lucida Sans Unicode"/>
                <a:cs typeface="Lucida Sans Unicode"/>
              </a:rPr>
              <a:t>Products</a:t>
            </a:r>
            <a:endParaRPr sz="2250">
              <a:latin typeface="Lucida Sans Unicode"/>
              <a:cs typeface="Lucida Sans Unicode"/>
            </a:endParaRPr>
          </a:p>
          <a:p>
            <a:pPr marL="1007110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1007110" algn="l"/>
              </a:tabLst>
            </a:pPr>
            <a:r>
              <a:rPr dirty="0" sz="2250" spc="50">
                <a:latin typeface="Lucida Sans Unicode"/>
                <a:cs typeface="Lucida Sans Unicode"/>
              </a:rPr>
              <a:t>Search</a:t>
            </a:r>
            <a:r>
              <a:rPr dirty="0" sz="2250" spc="-145">
                <a:latin typeface="Lucida Sans Unicode"/>
                <a:cs typeface="Lucida Sans Unicode"/>
              </a:rPr>
              <a:t> </a:t>
            </a:r>
            <a:r>
              <a:rPr dirty="0" sz="2250" spc="35">
                <a:latin typeface="Lucida Sans Unicode"/>
                <a:cs typeface="Lucida Sans Unicode"/>
              </a:rPr>
              <a:t>Products</a:t>
            </a:r>
            <a:endParaRPr sz="2250">
              <a:latin typeface="Lucida Sans Unicode"/>
              <a:cs typeface="Lucida Sans Unicode"/>
            </a:endParaRPr>
          </a:p>
          <a:p>
            <a:pPr marL="1033144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1033144" algn="l"/>
              </a:tabLst>
            </a:pPr>
            <a:r>
              <a:rPr dirty="0" sz="2250">
                <a:latin typeface="Lucida Sans Unicode"/>
                <a:cs typeface="Lucida Sans Unicode"/>
              </a:rPr>
              <a:t>Add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to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Cart</a:t>
            </a:r>
            <a:endParaRPr sz="2250">
              <a:latin typeface="Lucida Sans Unicode"/>
              <a:cs typeface="Lucida Sans Unicode"/>
            </a:endParaRPr>
          </a:p>
          <a:p>
            <a:pPr marL="1039494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1039494" algn="l"/>
              </a:tabLst>
            </a:pPr>
            <a:r>
              <a:rPr dirty="0" sz="2250">
                <a:latin typeface="Lucida Sans Unicode"/>
                <a:cs typeface="Lucida Sans Unicode"/>
              </a:rPr>
              <a:t>Manage</a:t>
            </a:r>
            <a:r>
              <a:rPr dirty="0" sz="2250" spc="-13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Shopping</a:t>
            </a:r>
            <a:r>
              <a:rPr dirty="0" sz="2250" spc="-125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Cart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3914" y="1173503"/>
            <a:ext cx="11077574" cy="59340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017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20"/>
              <a:t>Order</a:t>
            </a:r>
            <a:r>
              <a:rPr dirty="0" spc="-200"/>
              <a:t> </a:t>
            </a:r>
            <a:r>
              <a:rPr dirty="0" spc="-65"/>
              <a:t>Management</a:t>
            </a:r>
          </a:p>
          <a:p>
            <a:pPr marL="321310">
              <a:lnSpc>
                <a:spcPct val="100000"/>
              </a:lnSpc>
              <a:spcBef>
                <a:spcPts val="55"/>
              </a:spcBef>
            </a:pPr>
            <a:r>
              <a:rPr dirty="0" sz="2250" spc="-20">
                <a:latin typeface="Lucida Sans Unicode"/>
                <a:cs typeface="Lucida Sans Unicode"/>
              </a:rPr>
              <a:t>The</a:t>
            </a:r>
            <a:r>
              <a:rPr dirty="0" sz="2250" spc="-3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Order</a:t>
            </a:r>
            <a:r>
              <a:rPr dirty="0" sz="2250" spc="-3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Management</a:t>
            </a:r>
            <a:r>
              <a:rPr dirty="0" sz="2250" spc="-3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Module</a:t>
            </a:r>
            <a:r>
              <a:rPr dirty="0" sz="2250" spc="-3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handles</a:t>
            </a:r>
            <a:r>
              <a:rPr dirty="0" sz="2250" spc="-3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the</a:t>
            </a:r>
            <a:r>
              <a:rPr dirty="0" sz="2250" spc="-3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complete</a:t>
            </a:r>
            <a:r>
              <a:rPr dirty="0" sz="2250" spc="-30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purchasing</a:t>
            </a:r>
            <a:r>
              <a:rPr dirty="0" sz="2250" spc="-3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process.</a:t>
            </a:r>
            <a:endParaRPr sz="225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8195" y="1316909"/>
            <a:ext cx="3425190" cy="2016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70">
                <a:latin typeface="Arial Black"/>
                <a:cs typeface="Arial Black"/>
              </a:rPr>
              <a:t>Features:</a:t>
            </a:r>
            <a:endParaRPr sz="2450">
              <a:latin typeface="Arial Black"/>
              <a:cs typeface="Arial Black"/>
            </a:endParaRPr>
          </a:p>
          <a:p>
            <a:pPr marL="289560">
              <a:lnSpc>
                <a:spcPct val="100000"/>
              </a:lnSpc>
              <a:spcBef>
                <a:spcPts val="135"/>
              </a:spcBef>
            </a:pPr>
            <a:r>
              <a:rPr dirty="0" sz="2600" spc="310">
                <a:latin typeface="Segoe UI Symbol"/>
                <a:cs typeface="Segoe UI Symbol"/>
              </a:rPr>
              <a:t>✅</a:t>
            </a:r>
            <a:r>
              <a:rPr dirty="0" sz="2600" spc="-229">
                <a:latin typeface="Segoe UI Symbol"/>
                <a:cs typeface="Segoe UI Symbol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Checkout</a:t>
            </a:r>
            <a:r>
              <a:rPr dirty="0" sz="2250" spc="-13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Process</a:t>
            </a:r>
            <a:endParaRPr sz="2250">
              <a:latin typeface="Lucida Sans Unicode"/>
              <a:cs typeface="Lucida Sans Unicode"/>
            </a:endParaRPr>
          </a:p>
          <a:p>
            <a:pPr marL="285115">
              <a:lnSpc>
                <a:spcPct val="100000"/>
              </a:lnSpc>
              <a:spcBef>
                <a:spcPts val="30"/>
              </a:spcBef>
            </a:pPr>
            <a:r>
              <a:rPr dirty="0" sz="2600" spc="310">
                <a:latin typeface="Segoe UI Symbol"/>
                <a:cs typeface="Segoe UI Symbol"/>
              </a:rPr>
              <a:t>✅</a:t>
            </a:r>
            <a:r>
              <a:rPr dirty="0" sz="2600" spc="-250">
                <a:latin typeface="Segoe UI Symbol"/>
                <a:cs typeface="Segoe UI Symbol"/>
              </a:rPr>
              <a:t> </a:t>
            </a:r>
            <a:r>
              <a:rPr dirty="0" sz="2250" spc="80">
                <a:latin typeface="Lucida Sans Unicode"/>
                <a:cs typeface="Lucida Sans Unicode"/>
              </a:rPr>
              <a:t>Place</a:t>
            </a:r>
            <a:r>
              <a:rPr dirty="0" sz="2250" spc="-15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Orders</a:t>
            </a:r>
            <a:endParaRPr sz="2250">
              <a:latin typeface="Lucida Sans Unicode"/>
              <a:cs typeface="Lucida Sans Unicode"/>
            </a:endParaRPr>
          </a:p>
          <a:p>
            <a:pPr marL="299720">
              <a:lnSpc>
                <a:spcPct val="100000"/>
              </a:lnSpc>
              <a:spcBef>
                <a:spcPts val="30"/>
              </a:spcBef>
            </a:pPr>
            <a:r>
              <a:rPr dirty="0" sz="2600" spc="310">
                <a:latin typeface="Segoe UI Symbol"/>
                <a:cs typeface="Segoe UI Symbol"/>
              </a:rPr>
              <a:t>✅</a:t>
            </a:r>
            <a:r>
              <a:rPr dirty="0" sz="2600" spc="-220">
                <a:latin typeface="Segoe UI Symbol"/>
                <a:cs typeface="Segoe UI Symbol"/>
              </a:rPr>
              <a:t> </a:t>
            </a:r>
            <a:r>
              <a:rPr dirty="0" sz="2250" spc="55">
                <a:latin typeface="Lucida Sans Unicode"/>
                <a:cs typeface="Lucida Sans Unicode"/>
              </a:rPr>
              <a:t>Store</a:t>
            </a:r>
            <a:r>
              <a:rPr dirty="0" sz="2250" spc="-12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Order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Details</a:t>
            </a:r>
            <a:endParaRPr sz="2250">
              <a:latin typeface="Lucida Sans Unicode"/>
              <a:cs typeface="Lucida Sans Unicode"/>
            </a:endParaRPr>
          </a:p>
          <a:p>
            <a:pPr marL="287655">
              <a:lnSpc>
                <a:spcPct val="100000"/>
              </a:lnSpc>
              <a:spcBef>
                <a:spcPts val="30"/>
              </a:spcBef>
            </a:pPr>
            <a:r>
              <a:rPr dirty="0" sz="2600" spc="310">
                <a:latin typeface="Segoe UI Symbol"/>
                <a:cs typeface="Segoe UI Symbol"/>
              </a:rPr>
              <a:t>✅</a:t>
            </a:r>
            <a:r>
              <a:rPr dirty="0" sz="2600" spc="-215">
                <a:latin typeface="Segoe UI Symbol"/>
                <a:cs typeface="Segoe UI Symbol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View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Order</a:t>
            </a:r>
            <a:r>
              <a:rPr dirty="0" sz="2250" spc="-11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History</a:t>
            </a:r>
            <a:endParaRPr sz="22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6392" y="7478934"/>
            <a:ext cx="8792845" cy="82550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2250" spc="-100">
                <a:latin typeface="Arial Black"/>
                <a:cs typeface="Arial Black"/>
              </a:rPr>
              <a:t>Order</a:t>
            </a:r>
            <a:r>
              <a:rPr dirty="0" sz="2250" spc="-175">
                <a:latin typeface="Arial Black"/>
                <a:cs typeface="Arial Black"/>
              </a:rPr>
              <a:t> </a:t>
            </a:r>
            <a:r>
              <a:rPr dirty="0" sz="2250" spc="-190">
                <a:latin typeface="Arial Black"/>
                <a:cs typeface="Arial Black"/>
              </a:rPr>
              <a:t>Process</a:t>
            </a:r>
            <a:r>
              <a:rPr dirty="0" sz="2250" spc="-175">
                <a:latin typeface="Arial Black"/>
                <a:cs typeface="Arial Black"/>
              </a:rPr>
              <a:t> </a:t>
            </a:r>
            <a:r>
              <a:rPr dirty="0" sz="2250" spc="-20">
                <a:latin typeface="Arial Black"/>
                <a:cs typeface="Arial Black"/>
              </a:rPr>
              <a:t>Flow:</a:t>
            </a:r>
            <a:endParaRPr sz="2250">
              <a:latin typeface="Arial Black"/>
              <a:cs typeface="Arial Black"/>
            </a:endParaRPr>
          </a:p>
          <a:p>
            <a:pPr marL="704850">
              <a:lnSpc>
                <a:spcPct val="100000"/>
              </a:lnSpc>
              <a:spcBef>
                <a:spcPts val="450"/>
              </a:spcBef>
            </a:pPr>
            <a:r>
              <a:rPr dirty="0" sz="2250" spc="45">
                <a:latin typeface="Lucida Sans Unicode"/>
                <a:cs typeface="Lucida Sans Unicode"/>
              </a:rPr>
              <a:t>Products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 spc="-615">
                <a:latin typeface="Lucida Sans Unicode"/>
                <a:cs typeface="Lucida Sans Unicode"/>
              </a:rPr>
              <a:t>→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Cart</a:t>
            </a:r>
            <a:r>
              <a:rPr dirty="0" sz="2250" spc="-110">
                <a:latin typeface="Lucida Sans Unicode"/>
                <a:cs typeface="Lucida Sans Unicode"/>
              </a:rPr>
              <a:t> </a:t>
            </a:r>
            <a:r>
              <a:rPr dirty="0" sz="2250" spc="-615">
                <a:latin typeface="Lucida Sans Unicode"/>
                <a:cs typeface="Lucida Sans Unicode"/>
              </a:rPr>
              <a:t>→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Checkout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 spc="-615">
                <a:latin typeface="Lucida Sans Unicode"/>
                <a:cs typeface="Lucida Sans Unicode"/>
              </a:rPr>
              <a:t>→</a:t>
            </a:r>
            <a:r>
              <a:rPr dirty="0" sz="2250" spc="-110">
                <a:latin typeface="Lucida Sans Unicode"/>
                <a:cs typeface="Lucida Sans Unicode"/>
              </a:rPr>
              <a:t> </a:t>
            </a:r>
            <a:r>
              <a:rPr dirty="0" sz="2250" spc="80">
                <a:latin typeface="Lucida Sans Unicode"/>
                <a:cs typeface="Lucida Sans Unicode"/>
              </a:rPr>
              <a:t>Place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Order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 spc="-615">
                <a:latin typeface="Lucida Sans Unicode"/>
                <a:cs typeface="Lucida Sans Unicode"/>
              </a:rPr>
              <a:t>→</a:t>
            </a:r>
            <a:r>
              <a:rPr dirty="0" sz="2250" spc="-11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Order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History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36806" y="1607375"/>
            <a:ext cx="3537585" cy="4184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45"/>
              <a:t>Future</a:t>
            </a:r>
            <a:r>
              <a:rPr dirty="0" spc="-215"/>
              <a:t> </a:t>
            </a:r>
            <a:r>
              <a:rPr dirty="0" spc="-160"/>
              <a:t>Enhancements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9372" y="2011426"/>
            <a:ext cx="14310360" cy="362585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940435" indent="-193675">
              <a:lnSpc>
                <a:spcPct val="100000"/>
              </a:lnSpc>
              <a:spcBef>
                <a:spcPts val="545"/>
              </a:spcBef>
              <a:buChar char="•"/>
              <a:tabLst>
                <a:tab pos="940435" algn="l"/>
              </a:tabLst>
            </a:pPr>
            <a:r>
              <a:rPr dirty="0" sz="2250">
                <a:latin typeface="Lucida Sans Unicode"/>
                <a:cs typeface="Lucida Sans Unicode"/>
              </a:rPr>
              <a:t>Online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 spc="50">
                <a:latin typeface="Lucida Sans Unicode"/>
                <a:cs typeface="Lucida Sans Unicode"/>
              </a:rPr>
              <a:t>Payment</a:t>
            </a:r>
            <a:r>
              <a:rPr dirty="0" sz="2250" spc="-4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Gateway</a:t>
            </a:r>
            <a:r>
              <a:rPr dirty="0" sz="2250" spc="-3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Integration</a:t>
            </a:r>
            <a:endParaRPr sz="2250">
              <a:latin typeface="Lucida Sans Unicode"/>
              <a:cs typeface="Lucida Sans Unicode"/>
            </a:endParaRPr>
          </a:p>
          <a:p>
            <a:pPr marL="963930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963930" algn="l"/>
              </a:tabLst>
            </a:pPr>
            <a:r>
              <a:rPr dirty="0" sz="2250" spc="55">
                <a:latin typeface="Lucida Sans Unicode"/>
                <a:cs typeface="Lucida Sans Unicode"/>
              </a:rPr>
              <a:t>Product</a:t>
            </a:r>
            <a:r>
              <a:rPr dirty="0" sz="2250" spc="-7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Rating</a:t>
            </a:r>
            <a:r>
              <a:rPr dirty="0" sz="2250" spc="-7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and</a:t>
            </a:r>
            <a:r>
              <a:rPr dirty="0" sz="2250" spc="-7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Review</a:t>
            </a:r>
            <a:r>
              <a:rPr dirty="0" sz="2250" spc="-75">
                <a:latin typeface="Lucida Sans Unicode"/>
                <a:cs typeface="Lucida Sans Unicode"/>
              </a:rPr>
              <a:t> </a:t>
            </a:r>
            <a:r>
              <a:rPr dirty="0" sz="2250" spc="45">
                <a:latin typeface="Lucida Sans Unicode"/>
                <a:cs typeface="Lucida Sans Unicode"/>
              </a:rPr>
              <a:t>System</a:t>
            </a:r>
            <a:endParaRPr sz="2250">
              <a:latin typeface="Lucida Sans Unicode"/>
              <a:cs typeface="Lucida Sans Unicode"/>
            </a:endParaRPr>
          </a:p>
          <a:p>
            <a:pPr marL="956310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956310" algn="l"/>
              </a:tabLst>
            </a:pPr>
            <a:r>
              <a:rPr dirty="0" sz="2250">
                <a:latin typeface="Lucida Sans Unicode"/>
                <a:cs typeface="Lucida Sans Unicode"/>
              </a:rPr>
              <a:t>Email</a:t>
            </a:r>
            <a:r>
              <a:rPr dirty="0" sz="2250" spc="-3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Notifications</a:t>
            </a:r>
            <a:r>
              <a:rPr dirty="0" sz="2250" spc="-3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for</a:t>
            </a:r>
            <a:r>
              <a:rPr dirty="0" sz="2250" spc="-3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Orders</a:t>
            </a:r>
            <a:endParaRPr sz="2250">
              <a:latin typeface="Lucida Sans Unicode"/>
              <a:cs typeface="Lucida Sans Unicode"/>
            </a:endParaRPr>
          </a:p>
          <a:p>
            <a:pPr marL="960755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960755" algn="l"/>
              </a:tabLst>
            </a:pPr>
            <a:r>
              <a:rPr dirty="0" sz="2250">
                <a:latin typeface="Lucida Sans Unicode"/>
                <a:cs typeface="Lucida Sans Unicode"/>
              </a:rPr>
              <a:t>Advanced</a:t>
            </a:r>
            <a:r>
              <a:rPr dirty="0" sz="2250" spc="-50">
                <a:latin typeface="Lucida Sans Unicode"/>
                <a:cs typeface="Lucida Sans Unicode"/>
              </a:rPr>
              <a:t> </a:t>
            </a:r>
            <a:r>
              <a:rPr dirty="0" sz="2250" spc="55">
                <a:latin typeface="Lucida Sans Unicode"/>
                <a:cs typeface="Lucida Sans Unicode"/>
              </a:rPr>
              <a:t>Product</a:t>
            </a:r>
            <a:r>
              <a:rPr dirty="0" sz="2250" spc="-5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Filtering</a:t>
            </a:r>
            <a:r>
              <a:rPr dirty="0" sz="2250" spc="-5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and</a:t>
            </a:r>
            <a:r>
              <a:rPr dirty="0" sz="2250" spc="-5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Sorting</a:t>
            </a:r>
            <a:endParaRPr sz="2250">
              <a:latin typeface="Lucida Sans Unicode"/>
              <a:cs typeface="Lucida Sans Unicode"/>
            </a:endParaRPr>
          </a:p>
          <a:p>
            <a:pPr marL="965200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965200" algn="l"/>
              </a:tabLst>
            </a:pPr>
            <a:r>
              <a:rPr dirty="0" sz="2250">
                <a:latin typeface="Lucida Sans Unicode"/>
                <a:cs typeface="Lucida Sans Unicode"/>
              </a:rPr>
              <a:t>Inventory</a:t>
            </a:r>
            <a:r>
              <a:rPr dirty="0" sz="2250" spc="9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Management</a:t>
            </a:r>
            <a:r>
              <a:rPr dirty="0" sz="2250" spc="85">
                <a:latin typeface="Lucida Sans Unicode"/>
                <a:cs typeface="Lucida Sans Unicode"/>
              </a:rPr>
              <a:t> </a:t>
            </a:r>
            <a:r>
              <a:rPr dirty="0" sz="2250" spc="45">
                <a:latin typeface="Lucida Sans Unicode"/>
                <a:cs typeface="Lucida Sans Unicode"/>
              </a:rPr>
              <a:t>System</a:t>
            </a:r>
            <a:endParaRPr sz="2250">
              <a:latin typeface="Lucida Sans Unicode"/>
              <a:cs typeface="Lucida Sans Unicode"/>
            </a:endParaRPr>
          </a:p>
          <a:p>
            <a:pPr marL="959485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959485" algn="l"/>
              </a:tabLst>
            </a:pPr>
            <a:r>
              <a:rPr dirty="0" sz="2250">
                <a:latin typeface="Lucida Sans Unicode"/>
                <a:cs typeface="Lucida Sans Unicode"/>
              </a:rPr>
              <a:t>Vendor</a:t>
            </a:r>
            <a:r>
              <a:rPr dirty="0" sz="2250" spc="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Sales</a:t>
            </a:r>
            <a:r>
              <a:rPr dirty="0" sz="2250" spc="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Analytics</a:t>
            </a:r>
            <a:r>
              <a:rPr dirty="0" sz="2250" spc="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Dashboard</a:t>
            </a:r>
            <a:endParaRPr sz="2250">
              <a:latin typeface="Lucida Sans Unicode"/>
              <a:cs typeface="Lucida Sans Unicode"/>
            </a:endParaRPr>
          </a:p>
          <a:p>
            <a:pPr marL="996315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996315" algn="l"/>
              </a:tabLst>
            </a:pPr>
            <a:r>
              <a:rPr dirty="0" sz="2250">
                <a:latin typeface="Lucida Sans Unicode"/>
                <a:cs typeface="Lucida Sans Unicode"/>
              </a:rPr>
              <a:t>Wishlist</a:t>
            </a:r>
            <a:r>
              <a:rPr dirty="0" sz="2250" spc="-4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Functionality</a:t>
            </a:r>
            <a:endParaRPr sz="2250">
              <a:latin typeface="Lucida Sans Unicode"/>
              <a:cs typeface="Lucida Sans Unicode"/>
            </a:endParaRPr>
          </a:p>
          <a:p>
            <a:pPr marL="1010919" indent="-193675">
              <a:lnSpc>
                <a:spcPct val="100000"/>
              </a:lnSpc>
              <a:spcBef>
                <a:spcPts val="450"/>
              </a:spcBef>
              <a:buChar char="•"/>
              <a:tabLst>
                <a:tab pos="1010919" algn="l"/>
              </a:tabLst>
            </a:pPr>
            <a:r>
              <a:rPr dirty="0" sz="2250" spc="-114">
                <a:latin typeface="Lucida Sans Unicode"/>
                <a:cs typeface="Lucida Sans Unicode"/>
              </a:rPr>
              <a:t>Real-</a:t>
            </a:r>
            <a:r>
              <a:rPr dirty="0" sz="2250" spc="-40">
                <a:latin typeface="Lucida Sans Unicode"/>
                <a:cs typeface="Lucida Sans Unicode"/>
              </a:rPr>
              <a:t>Time</a:t>
            </a:r>
            <a:r>
              <a:rPr dirty="0" sz="2250" spc="-9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Order</a:t>
            </a:r>
            <a:r>
              <a:rPr dirty="0" sz="2250" spc="-9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Tracking</a:t>
            </a:r>
            <a:endParaRPr sz="2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250" spc="-10">
                <a:latin typeface="Lucida Sans Unicode"/>
                <a:cs typeface="Lucida Sans Unicode"/>
              </a:rPr>
              <a:t>These</a:t>
            </a:r>
            <a:r>
              <a:rPr dirty="0" sz="2250" spc="-6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enhancements</a:t>
            </a:r>
            <a:r>
              <a:rPr dirty="0" sz="2250" spc="-6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can</a:t>
            </a:r>
            <a:r>
              <a:rPr dirty="0" sz="2250" spc="-6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further</a:t>
            </a:r>
            <a:r>
              <a:rPr dirty="0" sz="2250" spc="-6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improve</a:t>
            </a:r>
            <a:r>
              <a:rPr dirty="0" sz="2250" spc="-6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the</a:t>
            </a:r>
            <a:r>
              <a:rPr dirty="0" sz="2250" spc="-6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user</a:t>
            </a:r>
            <a:r>
              <a:rPr dirty="0" sz="2250" spc="-6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experience</a:t>
            </a:r>
            <a:r>
              <a:rPr dirty="0" sz="2250" spc="-6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and</a:t>
            </a:r>
            <a:r>
              <a:rPr dirty="0" sz="2250" spc="-60">
                <a:latin typeface="Lucida Sans Unicode"/>
                <a:cs typeface="Lucida Sans Unicode"/>
              </a:rPr>
              <a:t> </a:t>
            </a:r>
            <a:r>
              <a:rPr dirty="0" sz="2250" spc="-40">
                <a:latin typeface="Lucida Sans Unicode"/>
                <a:cs typeface="Lucida Sans Unicode"/>
              </a:rPr>
              <a:t>make</a:t>
            </a:r>
            <a:r>
              <a:rPr dirty="0" sz="2250" spc="-6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the</a:t>
            </a:r>
            <a:r>
              <a:rPr dirty="0" sz="2250" spc="-6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application</a:t>
            </a:r>
            <a:r>
              <a:rPr dirty="0" sz="2250" spc="-6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more</a:t>
            </a:r>
            <a:r>
              <a:rPr dirty="0" sz="2250" spc="-6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scalable.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00487" y="3288655"/>
            <a:ext cx="2475865" cy="5251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50" spc="-315"/>
              <a:t>THANK</a:t>
            </a:r>
            <a:r>
              <a:rPr dirty="0" sz="3250" spc="-305"/>
              <a:t> </a:t>
            </a:r>
            <a:r>
              <a:rPr dirty="0" sz="3250" spc="-360"/>
              <a:t>YOU</a:t>
            </a:r>
            <a:endParaRPr sz="3250"/>
          </a:p>
        </p:txBody>
      </p:sp>
      <p:sp>
        <p:nvSpPr>
          <p:cNvPr id="3" name="object 3"/>
          <p:cNvSpPr txBox="1"/>
          <p:nvPr/>
        </p:nvSpPr>
        <p:spPr>
          <a:xfrm>
            <a:off x="4351173" y="3803786"/>
            <a:ext cx="8174990" cy="99695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2750" spc="-70">
                <a:latin typeface="Lucida Sans Unicode"/>
                <a:cs typeface="Lucida Sans Unicode"/>
              </a:rPr>
              <a:t>Thank</a:t>
            </a:r>
            <a:r>
              <a:rPr dirty="0" sz="2750" spc="-165">
                <a:latin typeface="Lucida Sans Unicode"/>
                <a:cs typeface="Lucida Sans Unicode"/>
              </a:rPr>
              <a:t> </a:t>
            </a:r>
            <a:r>
              <a:rPr dirty="0" sz="2750" spc="-80">
                <a:latin typeface="Lucida Sans Unicode"/>
                <a:cs typeface="Lucida Sans Unicode"/>
              </a:rPr>
              <a:t>You</a:t>
            </a:r>
            <a:r>
              <a:rPr dirty="0" sz="2750" spc="-165">
                <a:latin typeface="Lucida Sans Unicode"/>
                <a:cs typeface="Lucida Sans Unicode"/>
              </a:rPr>
              <a:t> </a:t>
            </a:r>
            <a:r>
              <a:rPr dirty="0" sz="2750">
                <a:latin typeface="Lucida Sans Unicode"/>
                <a:cs typeface="Lucida Sans Unicode"/>
              </a:rPr>
              <a:t>for</a:t>
            </a:r>
            <a:r>
              <a:rPr dirty="0" sz="2750" spc="-165">
                <a:latin typeface="Lucida Sans Unicode"/>
                <a:cs typeface="Lucida Sans Unicode"/>
              </a:rPr>
              <a:t> </a:t>
            </a:r>
            <a:r>
              <a:rPr dirty="0" sz="2750" spc="-50">
                <a:latin typeface="Lucida Sans Unicode"/>
                <a:cs typeface="Lucida Sans Unicode"/>
              </a:rPr>
              <a:t>Your</a:t>
            </a:r>
            <a:r>
              <a:rPr dirty="0" sz="2750" spc="-165">
                <a:latin typeface="Lucida Sans Unicode"/>
                <a:cs typeface="Lucida Sans Unicode"/>
              </a:rPr>
              <a:t> </a:t>
            </a:r>
            <a:r>
              <a:rPr dirty="0" sz="2750">
                <a:latin typeface="Lucida Sans Unicode"/>
                <a:cs typeface="Lucida Sans Unicode"/>
              </a:rPr>
              <a:t>Valuable</a:t>
            </a:r>
            <a:r>
              <a:rPr dirty="0" sz="2750" spc="-165">
                <a:latin typeface="Lucida Sans Unicode"/>
                <a:cs typeface="Lucida Sans Unicode"/>
              </a:rPr>
              <a:t> </a:t>
            </a:r>
            <a:r>
              <a:rPr dirty="0" sz="2750" spc="-55">
                <a:latin typeface="Lucida Sans Unicode"/>
                <a:cs typeface="Lucida Sans Unicode"/>
              </a:rPr>
              <a:t>Time</a:t>
            </a:r>
            <a:r>
              <a:rPr dirty="0" sz="2750" spc="-165">
                <a:latin typeface="Lucida Sans Unicode"/>
                <a:cs typeface="Lucida Sans Unicode"/>
              </a:rPr>
              <a:t> </a:t>
            </a:r>
            <a:r>
              <a:rPr dirty="0" sz="2750">
                <a:latin typeface="Lucida Sans Unicode"/>
                <a:cs typeface="Lucida Sans Unicode"/>
              </a:rPr>
              <a:t>and</a:t>
            </a:r>
            <a:r>
              <a:rPr dirty="0" sz="2750" spc="-160">
                <a:latin typeface="Lucida Sans Unicode"/>
                <a:cs typeface="Lucida Sans Unicode"/>
              </a:rPr>
              <a:t> </a:t>
            </a:r>
            <a:r>
              <a:rPr dirty="0" sz="2750" spc="-10">
                <a:latin typeface="Lucida Sans Unicode"/>
                <a:cs typeface="Lucida Sans Unicode"/>
              </a:rPr>
              <a:t>Attention.</a:t>
            </a:r>
            <a:endParaRPr sz="27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dirty="0" sz="2750">
                <a:latin typeface="Lucida Sans Unicode"/>
                <a:cs typeface="Lucida Sans Unicode"/>
              </a:rPr>
              <a:t>Questions</a:t>
            </a:r>
            <a:r>
              <a:rPr dirty="0" sz="2750" spc="-155">
                <a:latin typeface="Lucida Sans Unicode"/>
                <a:cs typeface="Lucida Sans Unicode"/>
              </a:rPr>
              <a:t> </a:t>
            </a:r>
            <a:r>
              <a:rPr dirty="0" sz="2750">
                <a:latin typeface="Lucida Sans Unicode"/>
                <a:cs typeface="Lucida Sans Unicode"/>
              </a:rPr>
              <a:t>and</a:t>
            </a:r>
            <a:r>
              <a:rPr dirty="0" sz="2750" spc="-150">
                <a:latin typeface="Lucida Sans Unicode"/>
                <a:cs typeface="Lucida Sans Unicode"/>
              </a:rPr>
              <a:t> </a:t>
            </a:r>
            <a:r>
              <a:rPr dirty="0" sz="2750" spc="-20">
                <a:latin typeface="Lucida Sans Unicode"/>
                <a:cs typeface="Lucida Sans Unicode"/>
              </a:rPr>
              <a:t>Suggestions</a:t>
            </a:r>
            <a:r>
              <a:rPr dirty="0" sz="2750" spc="-150">
                <a:latin typeface="Lucida Sans Unicode"/>
                <a:cs typeface="Lucida Sans Unicode"/>
              </a:rPr>
              <a:t> </a:t>
            </a:r>
            <a:r>
              <a:rPr dirty="0" sz="2750">
                <a:latin typeface="Lucida Sans Unicode"/>
                <a:cs typeface="Lucida Sans Unicode"/>
              </a:rPr>
              <a:t>are</a:t>
            </a:r>
            <a:r>
              <a:rPr dirty="0" sz="2750" spc="-150">
                <a:latin typeface="Lucida Sans Unicode"/>
                <a:cs typeface="Lucida Sans Unicode"/>
              </a:rPr>
              <a:t> </a:t>
            </a:r>
            <a:r>
              <a:rPr dirty="0" sz="2750" spc="-10">
                <a:latin typeface="Lucida Sans Unicode"/>
                <a:cs typeface="Lucida Sans Unicode"/>
              </a:rPr>
              <a:t>Welcome.</a:t>
            </a:r>
            <a:endParaRPr sz="27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CHALLAPPA MANASA</dc:creator>
  <cp:keywords>DAHNSxLa-tg,BAGqZULlORY,0</cp:keywords>
  <dc:title>MULTI-VENDOR MARKETPLACE A Full-Stack Web Application for Online Product Management and Shopping Presented By: 23AK1A3622 - LIKHITHA .P 23AK1A3623 - MANASA .C 23AK1A3642 - TEJASWINI .G</dc:title>
  <dcterms:created xsi:type="dcterms:W3CDTF">2026-06-23T09:57:28Z</dcterms:created>
  <dcterms:modified xsi:type="dcterms:W3CDTF">2026-06-23T09:57:28Z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2026-06-22T00:00:00Z</vt:filetime>
  </property>
  <property fmtid="{D5CDD505-2E9C-101B-9397-08002B2CF9AE}" pid="4" name="Creator">
    <vt:lpwstr>Canva</vt:lpwstr>
  </property>
  <property fmtid="{D5CDD505-2E9C-101B-9397-08002B2CF9AE}" pid="5" name="LastSaved">
    <vt:filetime>2026-06-23T00:00:00Z</vt:filetime>
  </property>
  <property fmtid="{D5CDD505-2E9C-101B-9397-08002B2CF9AE}" pid="6" name="Producer">
    <vt:lpwstr>Canva</vt:lpwstr>
  </property>
</Properties>
</file>